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18288000" cy="10287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8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FAFF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783079" y="2515819"/>
            <a:ext cx="2331720" cy="109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582923" y="2515819"/>
            <a:ext cx="4663821" cy="1094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342388" y="5997524"/>
            <a:ext cx="198119" cy="321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441448" y="5997524"/>
            <a:ext cx="219456" cy="3218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2426207" y="5914644"/>
            <a:ext cx="691133" cy="5631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3034283" y="5997524"/>
            <a:ext cx="1023556" cy="3218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2798064" y="6379209"/>
            <a:ext cx="377189" cy="3215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3049523" y="6379209"/>
            <a:ext cx="265175" cy="3215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3226307" y="6379209"/>
            <a:ext cx="457199" cy="3215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3531108" y="6379209"/>
            <a:ext cx="298703" cy="3215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3680459" y="6379209"/>
            <a:ext cx="1962404" cy="3215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5520182" y="6379209"/>
            <a:ext cx="336041" cy="32156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5744209" y="6379209"/>
            <a:ext cx="198120" cy="32156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5843270" y="6379209"/>
            <a:ext cx="740664" cy="32156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6337046" y="6379209"/>
            <a:ext cx="198120" cy="3215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2798064" y="6760209"/>
            <a:ext cx="740663" cy="32156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3368040" y="6760209"/>
            <a:ext cx="987551" cy="32156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4183379" y="6760209"/>
            <a:ext cx="741121" cy="3215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4753609" y="6760209"/>
            <a:ext cx="740663" cy="32156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k object 36"/>
          <p:cNvSpPr/>
          <p:nvPr/>
        </p:nvSpPr>
        <p:spPr>
          <a:xfrm>
            <a:off x="2798064" y="7141209"/>
            <a:ext cx="740663" cy="3215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k object 37"/>
          <p:cNvSpPr/>
          <p:nvPr/>
        </p:nvSpPr>
        <p:spPr>
          <a:xfrm>
            <a:off x="3368040" y="7141209"/>
            <a:ext cx="740663" cy="32156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k object 38"/>
          <p:cNvSpPr/>
          <p:nvPr/>
        </p:nvSpPr>
        <p:spPr>
          <a:xfrm>
            <a:off x="3938015" y="7141209"/>
            <a:ext cx="741121" cy="32156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k object 39"/>
          <p:cNvSpPr/>
          <p:nvPr/>
        </p:nvSpPr>
        <p:spPr>
          <a:xfrm>
            <a:off x="4508246" y="7141209"/>
            <a:ext cx="740663" cy="32156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AFFF7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AFFF7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FAFFF7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FAFF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01763" y="1130045"/>
            <a:ext cx="3284473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FAFFF7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34" Type="http://schemas.openxmlformats.org/officeDocument/2006/relationships/image" Target="../media/image6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8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34" Type="http://schemas.openxmlformats.org/officeDocument/2006/relationships/image" Target="../media/image6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36" Type="http://schemas.openxmlformats.org/officeDocument/2006/relationships/image" Target="../media/image63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8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8.png"/><Relationship Id="rId21" Type="http://schemas.openxmlformats.org/officeDocument/2006/relationships/image" Target="../media/image83.png"/><Relationship Id="rId42" Type="http://schemas.openxmlformats.org/officeDocument/2006/relationships/image" Target="../media/image104.png"/><Relationship Id="rId47" Type="http://schemas.openxmlformats.org/officeDocument/2006/relationships/image" Target="../media/image109.png"/><Relationship Id="rId63" Type="http://schemas.openxmlformats.org/officeDocument/2006/relationships/image" Target="../media/image125.png"/><Relationship Id="rId68" Type="http://schemas.openxmlformats.org/officeDocument/2006/relationships/image" Target="../media/image130.png"/><Relationship Id="rId7" Type="http://schemas.openxmlformats.org/officeDocument/2006/relationships/image" Target="../media/image69.png"/><Relationship Id="rId71" Type="http://schemas.openxmlformats.org/officeDocument/2006/relationships/image" Target="../media/image133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9" Type="http://schemas.openxmlformats.org/officeDocument/2006/relationships/image" Target="../media/image91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37" Type="http://schemas.openxmlformats.org/officeDocument/2006/relationships/image" Target="../media/image99.png"/><Relationship Id="rId40" Type="http://schemas.openxmlformats.org/officeDocument/2006/relationships/image" Target="../media/image102.png"/><Relationship Id="rId45" Type="http://schemas.openxmlformats.org/officeDocument/2006/relationships/image" Target="../media/image107.png"/><Relationship Id="rId53" Type="http://schemas.openxmlformats.org/officeDocument/2006/relationships/image" Target="../media/image115.png"/><Relationship Id="rId58" Type="http://schemas.openxmlformats.org/officeDocument/2006/relationships/image" Target="../media/image120.png"/><Relationship Id="rId66" Type="http://schemas.openxmlformats.org/officeDocument/2006/relationships/image" Target="../media/image128.png"/><Relationship Id="rId5" Type="http://schemas.openxmlformats.org/officeDocument/2006/relationships/image" Target="../media/image67.png"/><Relationship Id="rId61" Type="http://schemas.openxmlformats.org/officeDocument/2006/relationships/image" Target="../media/image123.png"/><Relationship Id="rId19" Type="http://schemas.openxmlformats.org/officeDocument/2006/relationships/image" Target="../media/image8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43" Type="http://schemas.openxmlformats.org/officeDocument/2006/relationships/image" Target="../media/image105.png"/><Relationship Id="rId48" Type="http://schemas.openxmlformats.org/officeDocument/2006/relationships/image" Target="../media/image110.png"/><Relationship Id="rId56" Type="http://schemas.openxmlformats.org/officeDocument/2006/relationships/image" Target="../media/image118.png"/><Relationship Id="rId64" Type="http://schemas.openxmlformats.org/officeDocument/2006/relationships/image" Target="../media/image126.png"/><Relationship Id="rId69" Type="http://schemas.openxmlformats.org/officeDocument/2006/relationships/image" Target="../media/image131.png"/><Relationship Id="rId8" Type="http://schemas.openxmlformats.org/officeDocument/2006/relationships/image" Target="../media/image70.png"/><Relationship Id="rId51" Type="http://schemas.openxmlformats.org/officeDocument/2006/relationships/image" Target="../media/image113.png"/><Relationship Id="rId72" Type="http://schemas.openxmlformats.org/officeDocument/2006/relationships/image" Target="../media/image134.png"/><Relationship Id="rId3" Type="http://schemas.openxmlformats.org/officeDocument/2006/relationships/image" Target="../media/image65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38" Type="http://schemas.openxmlformats.org/officeDocument/2006/relationships/image" Target="../media/image100.png"/><Relationship Id="rId46" Type="http://schemas.openxmlformats.org/officeDocument/2006/relationships/image" Target="../media/image108.png"/><Relationship Id="rId59" Type="http://schemas.openxmlformats.org/officeDocument/2006/relationships/image" Target="../media/image121.png"/><Relationship Id="rId67" Type="http://schemas.openxmlformats.org/officeDocument/2006/relationships/image" Target="../media/image129.png"/><Relationship Id="rId20" Type="http://schemas.openxmlformats.org/officeDocument/2006/relationships/image" Target="../media/image82.png"/><Relationship Id="rId41" Type="http://schemas.openxmlformats.org/officeDocument/2006/relationships/image" Target="../media/image103.png"/><Relationship Id="rId54" Type="http://schemas.openxmlformats.org/officeDocument/2006/relationships/image" Target="../media/image116.png"/><Relationship Id="rId62" Type="http://schemas.openxmlformats.org/officeDocument/2006/relationships/image" Target="../media/image124.png"/><Relationship Id="rId70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36" Type="http://schemas.openxmlformats.org/officeDocument/2006/relationships/image" Target="../media/image98.png"/><Relationship Id="rId49" Type="http://schemas.openxmlformats.org/officeDocument/2006/relationships/image" Target="../media/image111.png"/><Relationship Id="rId57" Type="http://schemas.openxmlformats.org/officeDocument/2006/relationships/image" Target="../media/image119.png"/><Relationship Id="rId10" Type="http://schemas.openxmlformats.org/officeDocument/2006/relationships/image" Target="../media/image72.png"/><Relationship Id="rId31" Type="http://schemas.openxmlformats.org/officeDocument/2006/relationships/image" Target="../media/image93.png"/><Relationship Id="rId44" Type="http://schemas.openxmlformats.org/officeDocument/2006/relationships/image" Target="../media/image106.png"/><Relationship Id="rId52" Type="http://schemas.openxmlformats.org/officeDocument/2006/relationships/image" Target="../media/image114.png"/><Relationship Id="rId60" Type="http://schemas.openxmlformats.org/officeDocument/2006/relationships/image" Target="../media/image122.png"/><Relationship Id="rId65" Type="http://schemas.openxmlformats.org/officeDocument/2006/relationships/image" Target="../media/image12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9" Type="http://schemas.openxmlformats.org/officeDocument/2006/relationships/image" Target="../media/image101.png"/><Relationship Id="rId34" Type="http://schemas.openxmlformats.org/officeDocument/2006/relationships/image" Target="../media/image96.png"/><Relationship Id="rId50" Type="http://schemas.openxmlformats.org/officeDocument/2006/relationships/image" Target="../media/image112.png"/><Relationship Id="rId55" Type="http://schemas.openxmlformats.org/officeDocument/2006/relationships/image" Target="../media/image11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26" Type="http://schemas.openxmlformats.org/officeDocument/2006/relationships/image" Target="../media/image158.png"/><Relationship Id="rId39" Type="http://schemas.openxmlformats.org/officeDocument/2006/relationships/image" Target="../media/image171.png"/><Relationship Id="rId21" Type="http://schemas.openxmlformats.org/officeDocument/2006/relationships/image" Target="../media/image153.png"/><Relationship Id="rId34" Type="http://schemas.openxmlformats.org/officeDocument/2006/relationships/image" Target="../media/image166.png"/><Relationship Id="rId42" Type="http://schemas.openxmlformats.org/officeDocument/2006/relationships/image" Target="../media/image174.png"/><Relationship Id="rId47" Type="http://schemas.openxmlformats.org/officeDocument/2006/relationships/image" Target="../media/image20.png"/><Relationship Id="rId50" Type="http://schemas.openxmlformats.org/officeDocument/2006/relationships/image" Target="../media/image180.png"/><Relationship Id="rId55" Type="http://schemas.openxmlformats.org/officeDocument/2006/relationships/image" Target="../media/image185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6" Type="http://schemas.openxmlformats.org/officeDocument/2006/relationships/image" Target="../media/image149.png"/><Relationship Id="rId29" Type="http://schemas.openxmlformats.org/officeDocument/2006/relationships/image" Target="../media/image161.png"/><Relationship Id="rId11" Type="http://schemas.openxmlformats.org/officeDocument/2006/relationships/image" Target="../media/image144.png"/><Relationship Id="rId24" Type="http://schemas.openxmlformats.org/officeDocument/2006/relationships/image" Target="../media/image156.png"/><Relationship Id="rId32" Type="http://schemas.openxmlformats.org/officeDocument/2006/relationships/image" Target="../media/image164.png"/><Relationship Id="rId37" Type="http://schemas.openxmlformats.org/officeDocument/2006/relationships/image" Target="../media/image169.png"/><Relationship Id="rId40" Type="http://schemas.openxmlformats.org/officeDocument/2006/relationships/image" Target="../media/image172.png"/><Relationship Id="rId45" Type="http://schemas.openxmlformats.org/officeDocument/2006/relationships/image" Target="../media/image177.png"/><Relationship Id="rId53" Type="http://schemas.openxmlformats.org/officeDocument/2006/relationships/image" Target="../media/image183.png"/><Relationship Id="rId58" Type="http://schemas.openxmlformats.org/officeDocument/2006/relationships/image" Target="../media/image188.png"/><Relationship Id="rId5" Type="http://schemas.openxmlformats.org/officeDocument/2006/relationships/image" Target="../media/image138.png"/><Relationship Id="rId19" Type="http://schemas.openxmlformats.org/officeDocument/2006/relationships/image" Target="../media/image7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4.png"/><Relationship Id="rId27" Type="http://schemas.openxmlformats.org/officeDocument/2006/relationships/image" Target="../media/image159.png"/><Relationship Id="rId30" Type="http://schemas.openxmlformats.org/officeDocument/2006/relationships/image" Target="../media/image162.png"/><Relationship Id="rId35" Type="http://schemas.openxmlformats.org/officeDocument/2006/relationships/image" Target="../media/image167.png"/><Relationship Id="rId43" Type="http://schemas.openxmlformats.org/officeDocument/2006/relationships/image" Target="../media/image175.png"/><Relationship Id="rId48" Type="http://schemas.openxmlformats.org/officeDocument/2006/relationships/image" Target="../media/image19.png"/><Relationship Id="rId56" Type="http://schemas.openxmlformats.org/officeDocument/2006/relationships/image" Target="../media/image186.png"/><Relationship Id="rId8" Type="http://schemas.openxmlformats.org/officeDocument/2006/relationships/image" Target="../media/image141.png"/><Relationship Id="rId51" Type="http://schemas.openxmlformats.org/officeDocument/2006/relationships/image" Target="../media/image181.png"/><Relationship Id="rId3" Type="http://schemas.openxmlformats.org/officeDocument/2006/relationships/image" Target="../media/image136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5" Type="http://schemas.openxmlformats.org/officeDocument/2006/relationships/image" Target="../media/image157.png"/><Relationship Id="rId33" Type="http://schemas.openxmlformats.org/officeDocument/2006/relationships/image" Target="../media/image165.png"/><Relationship Id="rId38" Type="http://schemas.openxmlformats.org/officeDocument/2006/relationships/image" Target="../media/image170.png"/><Relationship Id="rId46" Type="http://schemas.openxmlformats.org/officeDocument/2006/relationships/image" Target="../media/image178.png"/><Relationship Id="rId20" Type="http://schemas.openxmlformats.org/officeDocument/2006/relationships/image" Target="../media/image152.png"/><Relationship Id="rId41" Type="http://schemas.openxmlformats.org/officeDocument/2006/relationships/image" Target="../media/image173.png"/><Relationship Id="rId54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5" Type="http://schemas.openxmlformats.org/officeDocument/2006/relationships/image" Target="../media/image148.png"/><Relationship Id="rId23" Type="http://schemas.openxmlformats.org/officeDocument/2006/relationships/image" Target="../media/image155.png"/><Relationship Id="rId28" Type="http://schemas.openxmlformats.org/officeDocument/2006/relationships/image" Target="../media/image160.png"/><Relationship Id="rId36" Type="http://schemas.openxmlformats.org/officeDocument/2006/relationships/image" Target="../media/image168.png"/><Relationship Id="rId49" Type="http://schemas.openxmlformats.org/officeDocument/2006/relationships/image" Target="../media/image179.png"/><Relationship Id="rId57" Type="http://schemas.openxmlformats.org/officeDocument/2006/relationships/image" Target="../media/image187.png"/><Relationship Id="rId10" Type="http://schemas.openxmlformats.org/officeDocument/2006/relationships/image" Target="../media/image143.png"/><Relationship Id="rId31" Type="http://schemas.openxmlformats.org/officeDocument/2006/relationships/image" Target="../media/image163.png"/><Relationship Id="rId44" Type="http://schemas.openxmlformats.org/officeDocument/2006/relationships/image" Target="../media/image176.png"/><Relationship Id="rId52" Type="http://schemas.openxmlformats.org/officeDocument/2006/relationships/image" Target="../media/image18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0.png"/><Relationship Id="rId18" Type="http://schemas.openxmlformats.org/officeDocument/2006/relationships/image" Target="../media/image205.png"/><Relationship Id="rId26" Type="http://schemas.openxmlformats.org/officeDocument/2006/relationships/image" Target="../media/image213.png"/><Relationship Id="rId3" Type="http://schemas.openxmlformats.org/officeDocument/2006/relationships/image" Target="../media/image190.png"/><Relationship Id="rId21" Type="http://schemas.openxmlformats.org/officeDocument/2006/relationships/image" Target="../media/image208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17" Type="http://schemas.openxmlformats.org/officeDocument/2006/relationships/image" Target="../media/image204.png"/><Relationship Id="rId25" Type="http://schemas.openxmlformats.org/officeDocument/2006/relationships/image" Target="../media/image212.png"/><Relationship Id="rId33" Type="http://schemas.openxmlformats.org/officeDocument/2006/relationships/image" Target="../media/image220.png"/><Relationship Id="rId2" Type="http://schemas.openxmlformats.org/officeDocument/2006/relationships/image" Target="../media/image189.png"/><Relationship Id="rId16" Type="http://schemas.openxmlformats.org/officeDocument/2006/relationships/image" Target="../media/image203.png"/><Relationship Id="rId20" Type="http://schemas.openxmlformats.org/officeDocument/2006/relationships/image" Target="../media/image207.png"/><Relationship Id="rId29" Type="http://schemas.openxmlformats.org/officeDocument/2006/relationships/image" Target="../media/image2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24" Type="http://schemas.openxmlformats.org/officeDocument/2006/relationships/image" Target="../media/image211.png"/><Relationship Id="rId32" Type="http://schemas.openxmlformats.org/officeDocument/2006/relationships/image" Target="../media/image219.png"/><Relationship Id="rId5" Type="http://schemas.openxmlformats.org/officeDocument/2006/relationships/image" Target="../media/image192.png"/><Relationship Id="rId15" Type="http://schemas.openxmlformats.org/officeDocument/2006/relationships/image" Target="../media/image202.png"/><Relationship Id="rId23" Type="http://schemas.openxmlformats.org/officeDocument/2006/relationships/image" Target="../media/image210.png"/><Relationship Id="rId28" Type="http://schemas.openxmlformats.org/officeDocument/2006/relationships/image" Target="../media/image215.png"/><Relationship Id="rId10" Type="http://schemas.openxmlformats.org/officeDocument/2006/relationships/image" Target="../media/image197.png"/><Relationship Id="rId19" Type="http://schemas.openxmlformats.org/officeDocument/2006/relationships/image" Target="../media/image206.png"/><Relationship Id="rId31" Type="http://schemas.openxmlformats.org/officeDocument/2006/relationships/image" Target="../media/image218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Relationship Id="rId22" Type="http://schemas.openxmlformats.org/officeDocument/2006/relationships/image" Target="../media/image209.png"/><Relationship Id="rId27" Type="http://schemas.openxmlformats.org/officeDocument/2006/relationships/image" Target="../media/image214.png"/><Relationship Id="rId30" Type="http://schemas.openxmlformats.org/officeDocument/2006/relationships/image" Target="../media/image217.png"/><Relationship Id="rId8" Type="http://schemas.openxmlformats.org/officeDocument/2006/relationships/image" Target="../media/image195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5.png"/><Relationship Id="rId21" Type="http://schemas.openxmlformats.org/officeDocument/2006/relationships/image" Target="../media/image240.png"/><Relationship Id="rId42" Type="http://schemas.openxmlformats.org/officeDocument/2006/relationships/image" Target="../media/image15.png"/><Relationship Id="rId47" Type="http://schemas.openxmlformats.org/officeDocument/2006/relationships/image" Target="../media/image263.png"/><Relationship Id="rId63" Type="http://schemas.openxmlformats.org/officeDocument/2006/relationships/image" Target="../media/image278.png"/><Relationship Id="rId68" Type="http://schemas.openxmlformats.org/officeDocument/2006/relationships/image" Target="../media/image283.png"/><Relationship Id="rId16" Type="http://schemas.openxmlformats.org/officeDocument/2006/relationships/image" Target="../media/image235.png"/><Relationship Id="rId11" Type="http://schemas.openxmlformats.org/officeDocument/2006/relationships/image" Target="../media/image230.png"/><Relationship Id="rId32" Type="http://schemas.openxmlformats.org/officeDocument/2006/relationships/image" Target="../media/image251.png"/><Relationship Id="rId37" Type="http://schemas.openxmlformats.org/officeDocument/2006/relationships/image" Target="../media/image254.png"/><Relationship Id="rId53" Type="http://schemas.openxmlformats.org/officeDocument/2006/relationships/image" Target="../media/image268.png"/><Relationship Id="rId58" Type="http://schemas.openxmlformats.org/officeDocument/2006/relationships/image" Target="../media/image273.png"/><Relationship Id="rId74" Type="http://schemas.openxmlformats.org/officeDocument/2006/relationships/image" Target="../media/image289.png"/><Relationship Id="rId79" Type="http://schemas.openxmlformats.org/officeDocument/2006/relationships/image" Target="../media/image293.png"/><Relationship Id="rId5" Type="http://schemas.openxmlformats.org/officeDocument/2006/relationships/image" Target="../media/image224.png"/><Relationship Id="rId61" Type="http://schemas.openxmlformats.org/officeDocument/2006/relationships/image" Target="../media/image276.png"/><Relationship Id="rId82" Type="http://schemas.openxmlformats.org/officeDocument/2006/relationships/image" Target="../media/image296.png"/><Relationship Id="rId19" Type="http://schemas.openxmlformats.org/officeDocument/2006/relationships/image" Target="../media/image238.png"/><Relationship Id="rId14" Type="http://schemas.openxmlformats.org/officeDocument/2006/relationships/image" Target="../media/image233.png"/><Relationship Id="rId22" Type="http://schemas.openxmlformats.org/officeDocument/2006/relationships/image" Target="../media/image241.png"/><Relationship Id="rId27" Type="http://schemas.openxmlformats.org/officeDocument/2006/relationships/image" Target="../media/image246.png"/><Relationship Id="rId30" Type="http://schemas.openxmlformats.org/officeDocument/2006/relationships/image" Target="../media/image249.png"/><Relationship Id="rId35" Type="http://schemas.openxmlformats.org/officeDocument/2006/relationships/image" Target="../media/image3.png"/><Relationship Id="rId43" Type="http://schemas.openxmlformats.org/officeDocument/2006/relationships/image" Target="../media/image259.png"/><Relationship Id="rId48" Type="http://schemas.openxmlformats.org/officeDocument/2006/relationships/image" Target="../media/image264.png"/><Relationship Id="rId56" Type="http://schemas.openxmlformats.org/officeDocument/2006/relationships/image" Target="../media/image271.png"/><Relationship Id="rId64" Type="http://schemas.openxmlformats.org/officeDocument/2006/relationships/image" Target="../media/image279.png"/><Relationship Id="rId69" Type="http://schemas.openxmlformats.org/officeDocument/2006/relationships/image" Target="../media/image284.png"/><Relationship Id="rId77" Type="http://schemas.openxmlformats.org/officeDocument/2006/relationships/image" Target="../media/image291.png"/><Relationship Id="rId8" Type="http://schemas.openxmlformats.org/officeDocument/2006/relationships/image" Target="../media/image227.png"/><Relationship Id="rId51" Type="http://schemas.openxmlformats.org/officeDocument/2006/relationships/image" Target="../media/image267.png"/><Relationship Id="rId72" Type="http://schemas.openxmlformats.org/officeDocument/2006/relationships/image" Target="../media/image287.png"/><Relationship Id="rId80" Type="http://schemas.openxmlformats.org/officeDocument/2006/relationships/image" Target="../media/image294.png"/><Relationship Id="rId3" Type="http://schemas.openxmlformats.org/officeDocument/2006/relationships/image" Target="../media/image222.png"/><Relationship Id="rId12" Type="http://schemas.openxmlformats.org/officeDocument/2006/relationships/image" Target="../media/image231.png"/><Relationship Id="rId17" Type="http://schemas.openxmlformats.org/officeDocument/2006/relationships/image" Target="../media/image236.png"/><Relationship Id="rId25" Type="http://schemas.openxmlformats.org/officeDocument/2006/relationships/image" Target="../media/image244.png"/><Relationship Id="rId33" Type="http://schemas.openxmlformats.org/officeDocument/2006/relationships/image" Target="../media/image252.png"/><Relationship Id="rId38" Type="http://schemas.openxmlformats.org/officeDocument/2006/relationships/image" Target="../media/image255.png"/><Relationship Id="rId46" Type="http://schemas.openxmlformats.org/officeDocument/2006/relationships/image" Target="../media/image262.png"/><Relationship Id="rId59" Type="http://schemas.openxmlformats.org/officeDocument/2006/relationships/image" Target="../media/image274.png"/><Relationship Id="rId67" Type="http://schemas.openxmlformats.org/officeDocument/2006/relationships/image" Target="../media/image282.png"/><Relationship Id="rId20" Type="http://schemas.openxmlformats.org/officeDocument/2006/relationships/image" Target="../media/image239.png"/><Relationship Id="rId41" Type="http://schemas.openxmlformats.org/officeDocument/2006/relationships/image" Target="../media/image258.png"/><Relationship Id="rId54" Type="http://schemas.openxmlformats.org/officeDocument/2006/relationships/image" Target="../media/image269.png"/><Relationship Id="rId62" Type="http://schemas.openxmlformats.org/officeDocument/2006/relationships/image" Target="../media/image277.png"/><Relationship Id="rId70" Type="http://schemas.openxmlformats.org/officeDocument/2006/relationships/image" Target="../media/image285.png"/><Relationship Id="rId75" Type="http://schemas.openxmlformats.org/officeDocument/2006/relationships/image" Target="../media/image2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5.png"/><Relationship Id="rId15" Type="http://schemas.openxmlformats.org/officeDocument/2006/relationships/image" Target="../media/image234.png"/><Relationship Id="rId23" Type="http://schemas.openxmlformats.org/officeDocument/2006/relationships/image" Target="../media/image242.png"/><Relationship Id="rId28" Type="http://schemas.openxmlformats.org/officeDocument/2006/relationships/image" Target="../media/image247.png"/><Relationship Id="rId36" Type="http://schemas.openxmlformats.org/officeDocument/2006/relationships/image" Target="../media/image253.png"/><Relationship Id="rId49" Type="http://schemas.openxmlformats.org/officeDocument/2006/relationships/image" Target="../media/image265.png"/><Relationship Id="rId57" Type="http://schemas.openxmlformats.org/officeDocument/2006/relationships/image" Target="../media/image272.png"/><Relationship Id="rId10" Type="http://schemas.openxmlformats.org/officeDocument/2006/relationships/image" Target="../media/image229.png"/><Relationship Id="rId31" Type="http://schemas.openxmlformats.org/officeDocument/2006/relationships/image" Target="../media/image250.png"/><Relationship Id="rId44" Type="http://schemas.openxmlformats.org/officeDocument/2006/relationships/image" Target="../media/image260.png"/><Relationship Id="rId52" Type="http://schemas.openxmlformats.org/officeDocument/2006/relationships/image" Target="../media/image23.png"/><Relationship Id="rId60" Type="http://schemas.openxmlformats.org/officeDocument/2006/relationships/image" Target="../media/image275.png"/><Relationship Id="rId65" Type="http://schemas.openxmlformats.org/officeDocument/2006/relationships/image" Target="../media/image280.png"/><Relationship Id="rId73" Type="http://schemas.openxmlformats.org/officeDocument/2006/relationships/image" Target="../media/image288.png"/><Relationship Id="rId78" Type="http://schemas.openxmlformats.org/officeDocument/2006/relationships/image" Target="../media/image292.png"/><Relationship Id="rId81" Type="http://schemas.openxmlformats.org/officeDocument/2006/relationships/image" Target="../media/image295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Relationship Id="rId13" Type="http://schemas.openxmlformats.org/officeDocument/2006/relationships/image" Target="../media/image232.png"/><Relationship Id="rId18" Type="http://schemas.openxmlformats.org/officeDocument/2006/relationships/image" Target="../media/image237.png"/><Relationship Id="rId39" Type="http://schemas.openxmlformats.org/officeDocument/2006/relationships/image" Target="../media/image256.png"/><Relationship Id="rId34" Type="http://schemas.openxmlformats.org/officeDocument/2006/relationships/image" Target="../media/image13.png"/><Relationship Id="rId50" Type="http://schemas.openxmlformats.org/officeDocument/2006/relationships/image" Target="../media/image266.png"/><Relationship Id="rId55" Type="http://schemas.openxmlformats.org/officeDocument/2006/relationships/image" Target="../media/image270.png"/><Relationship Id="rId76" Type="http://schemas.openxmlformats.org/officeDocument/2006/relationships/image" Target="../media/image149.png"/><Relationship Id="rId7" Type="http://schemas.openxmlformats.org/officeDocument/2006/relationships/image" Target="../media/image226.png"/><Relationship Id="rId71" Type="http://schemas.openxmlformats.org/officeDocument/2006/relationships/image" Target="../media/image286.png"/><Relationship Id="rId2" Type="http://schemas.openxmlformats.org/officeDocument/2006/relationships/image" Target="../media/image221.png"/><Relationship Id="rId29" Type="http://schemas.openxmlformats.org/officeDocument/2006/relationships/image" Target="../media/image248.png"/><Relationship Id="rId24" Type="http://schemas.openxmlformats.org/officeDocument/2006/relationships/image" Target="../media/image243.png"/><Relationship Id="rId40" Type="http://schemas.openxmlformats.org/officeDocument/2006/relationships/image" Target="../media/image257.png"/><Relationship Id="rId45" Type="http://schemas.openxmlformats.org/officeDocument/2006/relationships/image" Target="../media/image261.png"/><Relationship Id="rId66" Type="http://schemas.openxmlformats.org/officeDocument/2006/relationships/image" Target="../media/image281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9.png"/><Relationship Id="rId21" Type="http://schemas.openxmlformats.org/officeDocument/2006/relationships/image" Target="../media/image311.png"/><Relationship Id="rId42" Type="http://schemas.openxmlformats.org/officeDocument/2006/relationships/image" Target="../media/image326.png"/><Relationship Id="rId47" Type="http://schemas.openxmlformats.org/officeDocument/2006/relationships/image" Target="../media/image331.png"/><Relationship Id="rId63" Type="http://schemas.openxmlformats.org/officeDocument/2006/relationships/image" Target="../media/image344.png"/><Relationship Id="rId68" Type="http://schemas.openxmlformats.org/officeDocument/2006/relationships/image" Target="../media/image348.png"/><Relationship Id="rId84" Type="http://schemas.openxmlformats.org/officeDocument/2006/relationships/image" Target="../media/image363.png"/><Relationship Id="rId89" Type="http://schemas.openxmlformats.org/officeDocument/2006/relationships/image" Target="../media/image368.png"/><Relationship Id="rId16" Type="http://schemas.openxmlformats.org/officeDocument/2006/relationships/image" Target="../media/image307.png"/><Relationship Id="rId11" Type="http://schemas.openxmlformats.org/officeDocument/2006/relationships/image" Target="../media/image303.png"/><Relationship Id="rId32" Type="http://schemas.openxmlformats.org/officeDocument/2006/relationships/image" Target="../media/image318.png"/><Relationship Id="rId37" Type="http://schemas.openxmlformats.org/officeDocument/2006/relationships/image" Target="../media/image78.png"/><Relationship Id="rId53" Type="http://schemas.openxmlformats.org/officeDocument/2006/relationships/image" Target="../media/image335.png"/><Relationship Id="rId58" Type="http://schemas.openxmlformats.org/officeDocument/2006/relationships/image" Target="../media/image340.png"/><Relationship Id="rId74" Type="http://schemas.openxmlformats.org/officeDocument/2006/relationships/image" Target="../media/image354.png"/><Relationship Id="rId79" Type="http://schemas.openxmlformats.org/officeDocument/2006/relationships/image" Target="../media/image359.png"/><Relationship Id="rId5" Type="http://schemas.openxmlformats.org/officeDocument/2006/relationships/image" Target="../media/image300.png"/><Relationship Id="rId90" Type="http://schemas.openxmlformats.org/officeDocument/2006/relationships/image" Target="../media/image369.png"/><Relationship Id="rId22" Type="http://schemas.openxmlformats.org/officeDocument/2006/relationships/image" Target="../media/image312.png"/><Relationship Id="rId27" Type="http://schemas.openxmlformats.org/officeDocument/2006/relationships/image" Target="../media/image314.png"/><Relationship Id="rId43" Type="http://schemas.openxmlformats.org/officeDocument/2006/relationships/image" Target="../media/image327.png"/><Relationship Id="rId48" Type="http://schemas.openxmlformats.org/officeDocument/2006/relationships/image" Target="../media/image332.png"/><Relationship Id="rId64" Type="http://schemas.openxmlformats.org/officeDocument/2006/relationships/image" Target="../media/image345.png"/><Relationship Id="rId69" Type="http://schemas.openxmlformats.org/officeDocument/2006/relationships/image" Target="../media/image349.png"/><Relationship Id="rId8" Type="http://schemas.openxmlformats.org/officeDocument/2006/relationships/image" Target="../media/image67.png"/><Relationship Id="rId51" Type="http://schemas.openxmlformats.org/officeDocument/2006/relationships/image" Target="../media/image334.png"/><Relationship Id="rId72" Type="http://schemas.openxmlformats.org/officeDocument/2006/relationships/image" Target="../media/image352.png"/><Relationship Id="rId80" Type="http://schemas.openxmlformats.org/officeDocument/2006/relationships/image" Target="../media/image64.png"/><Relationship Id="rId85" Type="http://schemas.openxmlformats.org/officeDocument/2006/relationships/image" Target="../media/image364.png"/><Relationship Id="rId93" Type="http://schemas.openxmlformats.org/officeDocument/2006/relationships/image" Target="../media/image372.png"/><Relationship Id="rId3" Type="http://schemas.openxmlformats.org/officeDocument/2006/relationships/image" Target="../media/image298.png"/><Relationship Id="rId12" Type="http://schemas.openxmlformats.org/officeDocument/2006/relationships/image" Target="../media/image304.png"/><Relationship Id="rId17" Type="http://schemas.openxmlformats.org/officeDocument/2006/relationships/image" Target="../media/image308.png"/><Relationship Id="rId25" Type="http://schemas.openxmlformats.org/officeDocument/2006/relationships/image" Target="../media/image113.png"/><Relationship Id="rId33" Type="http://schemas.openxmlformats.org/officeDocument/2006/relationships/image" Target="../media/image74.png"/><Relationship Id="rId38" Type="http://schemas.openxmlformats.org/officeDocument/2006/relationships/image" Target="../media/image322.png"/><Relationship Id="rId46" Type="http://schemas.openxmlformats.org/officeDocument/2006/relationships/image" Target="../media/image330.png"/><Relationship Id="rId59" Type="http://schemas.openxmlformats.org/officeDocument/2006/relationships/image" Target="../media/image341.png"/><Relationship Id="rId67" Type="http://schemas.openxmlformats.org/officeDocument/2006/relationships/image" Target="../media/image105.png"/><Relationship Id="rId20" Type="http://schemas.openxmlformats.org/officeDocument/2006/relationships/image" Target="../media/image310.png"/><Relationship Id="rId41" Type="http://schemas.openxmlformats.org/officeDocument/2006/relationships/image" Target="../media/image325.png"/><Relationship Id="rId54" Type="http://schemas.openxmlformats.org/officeDocument/2006/relationships/image" Target="../media/image336.png"/><Relationship Id="rId62" Type="http://schemas.openxmlformats.org/officeDocument/2006/relationships/image" Target="../media/image59.png"/><Relationship Id="rId70" Type="http://schemas.openxmlformats.org/officeDocument/2006/relationships/image" Target="../media/image350.png"/><Relationship Id="rId75" Type="http://schemas.openxmlformats.org/officeDocument/2006/relationships/image" Target="../media/image355.png"/><Relationship Id="rId83" Type="http://schemas.openxmlformats.org/officeDocument/2006/relationships/image" Target="../media/image362.png"/><Relationship Id="rId88" Type="http://schemas.openxmlformats.org/officeDocument/2006/relationships/image" Target="../media/image367.png"/><Relationship Id="rId91" Type="http://schemas.openxmlformats.org/officeDocument/2006/relationships/image" Target="../media/image3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15" Type="http://schemas.openxmlformats.org/officeDocument/2006/relationships/image" Target="../media/image306.png"/><Relationship Id="rId23" Type="http://schemas.openxmlformats.org/officeDocument/2006/relationships/image" Target="../media/image107.png"/><Relationship Id="rId28" Type="http://schemas.openxmlformats.org/officeDocument/2006/relationships/image" Target="../media/image315.png"/><Relationship Id="rId36" Type="http://schemas.openxmlformats.org/officeDocument/2006/relationships/image" Target="../media/image321.png"/><Relationship Id="rId49" Type="http://schemas.openxmlformats.org/officeDocument/2006/relationships/image" Target="../media/image333.png"/><Relationship Id="rId57" Type="http://schemas.openxmlformats.org/officeDocument/2006/relationships/image" Target="../media/image339.png"/><Relationship Id="rId10" Type="http://schemas.openxmlformats.org/officeDocument/2006/relationships/image" Target="../media/image302.png"/><Relationship Id="rId31" Type="http://schemas.openxmlformats.org/officeDocument/2006/relationships/image" Target="../media/image317.png"/><Relationship Id="rId44" Type="http://schemas.openxmlformats.org/officeDocument/2006/relationships/image" Target="../media/image328.png"/><Relationship Id="rId52" Type="http://schemas.openxmlformats.org/officeDocument/2006/relationships/image" Target="../media/image110.png"/><Relationship Id="rId60" Type="http://schemas.openxmlformats.org/officeDocument/2006/relationships/image" Target="../media/image342.png"/><Relationship Id="rId65" Type="http://schemas.openxmlformats.org/officeDocument/2006/relationships/image" Target="../media/image346.png"/><Relationship Id="rId73" Type="http://schemas.openxmlformats.org/officeDocument/2006/relationships/image" Target="../media/image353.png"/><Relationship Id="rId78" Type="http://schemas.openxmlformats.org/officeDocument/2006/relationships/image" Target="../media/image358.png"/><Relationship Id="rId81" Type="http://schemas.openxmlformats.org/officeDocument/2006/relationships/image" Target="../media/image360.png"/><Relationship Id="rId86" Type="http://schemas.openxmlformats.org/officeDocument/2006/relationships/image" Target="../media/image365.png"/><Relationship Id="rId94" Type="http://schemas.openxmlformats.org/officeDocument/2006/relationships/image" Target="../media/image373.png"/><Relationship Id="rId4" Type="http://schemas.openxmlformats.org/officeDocument/2006/relationships/image" Target="../media/image299.png"/><Relationship Id="rId9" Type="http://schemas.openxmlformats.org/officeDocument/2006/relationships/image" Target="../media/image68.png"/><Relationship Id="rId13" Type="http://schemas.openxmlformats.org/officeDocument/2006/relationships/image" Target="../media/image305.png"/><Relationship Id="rId18" Type="http://schemas.openxmlformats.org/officeDocument/2006/relationships/image" Target="../media/image71.png"/><Relationship Id="rId39" Type="http://schemas.openxmlformats.org/officeDocument/2006/relationships/image" Target="../media/image323.png"/><Relationship Id="rId34" Type="http://schemas.openxmlformats.org/officeDocument/2006/relationships/image" Target="../media/image319.png"/><Relationship Id="rId50" Type="http://schemas.openxmlformats.org/officeDocument/2006/relationships/image" Target="../media/image116.png"/><Relationship Id="rId55" Type="http://schemas.openxmlformats.org/officeDocument/2006/relationships/image" Target="../media/image337.png"/><Relationship Id="rId76" Type="http://schemas.openxmlformats.org/officeDocument/2006/relationships/image" Target="../media/image356.png"/><Relationship Id="rId7" Type="http://schemas.openxmlformats.org/officeDocument/2006/relationships/image" Target="../media/image301.png"/><Relationship Id="rId71" Type="http://schemas.openxmlformats.org/officeDocument/2006/relationships/image" Target="../media/image351.png"/><Relationship Id="rId92" Type="http://schemas.openxmlformats.org/officeDocument/2006/relationships/image" Target="../media/image371.png"/><Relationship Id="rId2" Type="http://schemas.openxmlformats.org/officeDocument/2006/relationships/image" Target="../media/image297.png"/><Relationship Id="rId29" Type="http://schemas.openxmlformats.org/officeDocument/2006/relationships/image" Target="../media/image316.png"/><Relationship Id="rId24" Type="http://schemas.openxmlformats.org/officeDocument/2006/relationships/image" Target="../media/image313.png"/><Relationship Id="rId40" Type="http://schemas.openxmlformats.org/officeDocument/2006/relationships/image" Target="../media/image324.png"/><Relationship Id="rId45" Type="http://schemas.openxmlformats.org/officeDocument/2006/relationships/image" Target="../media/image329.png"/><Relationship Id="rId66" Type="http://schemas.openxmlformats.org/officeDocument/2006/relationships/image" Target="../media/image347.png"/><Relationship Id="rId87" Type="http://schemas.openxmlformats.org/officeDocument/2006/relationships/image" Target="../media/image366.png"/><Relationship Id="rId61" Type="http://schemas.openxmlformats.org/officeDocument/2006/relationships/image" Target="../media/image343.png"/><Relationship Id="rId82" Type="http://schemas.openxmlformats.org/officeDocument/2006/relationships/image" Target="../media/image361.png"/><Relationship Id="rId19" Type="http://schemas.openxmlformats.org/officeDocument/2006/relationships/image" Target="../media/image309.png"/><Relationship Id="rId14" Type="http://schemas.openxmlformats.org/officeDocument/2006/relationships/image" Target="../media/image83.png"/><Relationship Id="rId30" Type="http://schemas.openxmlformats.org/officeDocument/2006/relationships/image" Target="../media/image79.png"/><Relationship Id="rId35" Type="http://schemas.openxmlformats.org/officeDocument/2006/relationships/image" Target="../media/image320.png"/><Relationship Id="rId56" Type="http://schemas.openxmlformats.org/officeDocument/2006/relationships/image" Target="../media/image338.png"/><Relationship Id="rId77" Type="http://schemas.openxmlformats.org/officeDocument/2006/relationships/image" Target="../media/image35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5.png"/><Relationship Id="rId18" Type="http://schemas.openxmlformats.org/officeDocument/2006/relationships/image" Target="../media/image390.png"/><Relationship Id="rId26" Type="http://schemas.openxmlformats.org/officeDocument/2006/relationships/image" Target="../media/image398.png"/><Relationship Id="rId39" Type="http://schemas.openxmlformats.org/officeDocument/2006/relationships/image" Target="../media/image411.png"/><Relationship Id="rId21" Type="http://schemas.openxmlformats.org/officeDocument/2006/relationships/image" Target="../media/image393.png"/><Relationship Id="rId34" Type="http://schemas.openxmlformats.org/officeDocument/2006/relationships/image" Target="../media/image406.png"/><Relationship Id="rId42" Type="http://schemas.openxmlformats.org/officeDocument/2006/relationships/image" Target="../media/image414.png"/><Relationship Id="rId47" Type="http://schemas.openxmlformats.org/officeDocument/2006/relationships/image" Target="../media/image419.png"/><Relationship Id="rId50" Type="http://schemas.openxmlformats.org/officeDocument/2006/relationships/image" Target="../media/image422.png"/><Relationship Id="rId55" Type="http://schemas.openxmlformats.org/officeDocument/2006/relationships/image" Target="../media/image427.png"/><Relationship Id="rId7" Type="http://schemas.openxmlformats.org/officeDocument/2006/relationships/image" Target="../media/image379.png"/><Relationship Id="rId2" Type="http://schemas.openxmlformats.org/officeDocument/2006/relationships/image" Target="../media/image374.png"/><Relationship Id="rId16" Type="http://schemas.openxmlformats.org/officeDocument/2006/relationships/image" Target="../media/image388.png"/><Relationship Id="rId29" Type="http://schemas.openxmlformats.org/officeDocument/2006/relationships/image" Target="../media/image401.png"/><Relationship Id="rId11" Type="http://schemas.openxmlformats.org/officeDocument/2006/relationships/image" Target="../media/image383.png"/><Relationship Id="rId24" Type="http://schemas.openxmlformats.org/officeDocument/2006/relationships/image" Target="../media/image396.png"/><Relationship Id="rId32" Type="http://schemas.openxmlformats.org/officeDocument/2006/relationships/image" Target="../media/image404.png"/><Relationship Id="rId37" Type="http://schemas.openxmlformats.org/officeDocument/2006/relationships/image" Target="../media/image409.png"/><Relationship Id="rId40" Type="http://schemas.openxmlformats.org/officeDocument/2006/relationships/image" Target="../media/image412.png"/><Relationship Id="rId45" Type="http://schemas.openxmlformats.org/officeDocument/2006/relationships/image" Target="../media/image417.png"/><Relationship Id="rId53" Type="http://schemas.openxmlformats.org/officeDocument/2006/relationships/image" Target="../media/image425.png"/><Relationship Id="rId58" Type="http://schemas.openxmlformats.org/officeDocument/2006/relationships/image" Target="../media/image430.png"/><Relationship Id="rId5" Type="http://schemas.openxmlformats.org/officeDocument/2006/relationships/image" Target="../media/image377.png"/><Relationship Id="rId19" Type="http://schemas.openxmlformats.org/officeDocument/2006/relationships/image" Target="../media/image391.png"/><Relationship Id="rId4" Type="http://schemas.openxmlformats.org/officeDocument/2006/relationships/image" Target="../media/image376.png"/><Relationship Id="rId9" Type="http://schemas.openxmlformats.org/officeDocument/2006/relationships/image" Target="../media/image381.png"/><Relationship Id="rId14" Type="http://schemas.openxmlformats.org/officeDocument/2006/relationships/image" Target="../media/image386.png"/><Relationship Id="rId22" Type="http://schemas.openxmlformats.org/officeDocument/2006/relationships/image" Target="../media/image394.png"/><Relationship Id="rId27" Type="http://schemas.openxmlformats.org/officeDocument/2006/relationships/image" Target="../media/image399.png"/><Relationship Id="rId30" Type="http://schemas.openxmlformats.org/officeDocument/2006/relationships/image" Target="../media/image402.png"/><Relationship Id="rId35" Type="http://schemas.openxmlformats.org/officeDocument/2006/relationships/image" Target="../media/image407.png"/><Relationship Id="rId43" Type="http://schemas.openxmlformats.org/officeDocument/2006/relationships/image" Target="../media/image415.png"/><Relationship Id="rId48" Type="http://schemas.openxmlformats.org/officeDocument/2006/relationships/image" Target="../media/image420.png"/><Relationship Id="rId56" Type="http://schemas.openxmlformats.org/officeDocument/2006/relationships/image" Target="../media/image428.png"/><Relationship Id="rId8" Type="http://schemas.openxmlformats.org/officeDocument/2006/relationships/image" Target="../media/image380.png"/><Relationship Id="rId51" Type="http://schemas.openxmlformats.org/officeDocument/2006/relationships/image" Target="../media/image423.png"/><Relationship Id="rId3" Type="http://schemas.openxmlformats.org/officeDocument/2006/relationships/image" Target="../media/image375.png"/><Relationship Id="rId12" Type="http://schemas.openxmlformats.org/officeDocument/2006/relationships/image" Target="../media/image384.png"/><Relationship Id="rId17" Type="http://schemas.openxmlformats.org/officeDocument/2006/relationships/image" Target="../media/image389.png"/><Relationship Id="rId25" Type="http://schemas.openxmlformats.org/officeDocument/2006/relationships/image" Target="../media/image397.png"/><Relationship Id="rId33" Type="http://schemas.openxmlformats.org/officeDocument/2006/relationships/image" Target="../media/image405.png"/><Relationship Id="rId38" Type="http://schemas.openxmlformats.org/officeDocument/2006/relationships/image" Target="../media/image410.png"/><Relationship Id="rId46" Type="http://schemas.openxmlformats.org/officeDocument/2006/relationships/image" Target="../media/image418.png"/><Relationship Id="rId20" Type="http://schemas.openxmlformats.org/officeDocument/2006/relationships/image" Target="../media/image392.png"/><Relationship Id="rId41" Type="http://schemas.openxmlformats.org/officeDocument/2006/relationships/image" Target="../media/image413.png"/><Relationship Id="rId54" Type="http://schemas.openxmlformats.org/officeDocument/2006/relationships/image" Target="../media/image4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8.png"/><Relationship Id="rId15" Type="http://schemas.openxmlformats.org/officeDocument/2006/relationships/image" Target="../media/image387.png"/><Relationship Id="rId23" Type="http://schemas.openxmlformats.org/officeDocument/2006/relationships/image" Target="../media/image395.png"/><Relationship Id="rId28" Type="http://schemas.openxmlformats.org/officeDocument/2006/relationships/image" Target="../media/image400.png"/><Relationship Id="rId36" Type="http://schemas.openxmlformats.org/officeDocument/2006/relationships/image" Target="../media/image408.png"/><Relationship Id="rId49" Type="http://schemas.openxmlformats.org/officeDocument/2006/relationships/image" Target="../media/image421.png"/><Relationship Id="rId57" Type="http://schemas.openxmlformats.org/officeDocument/2006/relationships/image" Target="../media/image429.png"/><Relationship Id="rId10" Type="http://schemas.openxmlformats.org/officeDocument/2006/relationships/image" Target="../media/image382.png"/><Relationship Id="rId31" Type="http://schemas.openxmlformats.org/officeDocument/2006/relationships/image" Target="../media/image403.png"/><Relationship Id="rId44" Type="http://schemas.openxmlformats.org/officeDocument/2006/relationships/image" Target="../media/image416.png"/><Relationship Id="rId52" Type="http://schemas.openxmlformats.org/officeDocument/2006/relationships/image" Target="../media/image42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1.png"/><Relationship Id="rId18" Type="http://schemas.openxmlformats.org/officeDocument/2006/relationships/image" Target="../media/image446.png"/><Relationship Id="rId26" Type="http://schemas.openxmlformats.org/officeDocument/2006/relationships/image" Target="../media/image454.png"/><Relationship Id="rId39" Type="http://schemas.openxmlformats.org/officeDocument/2006/relationships/image" Target="../media/image467.png"/><Relationship Id="rId21" Type="http://schemas.openxmlformats.org/officeDocument/2006/relationships/image" Target="../media/image449.png"/><Relationship Id="rId34" Type="http://schemas.openxmlformats.org/officeDocument/2006/relationships/image" Target="../media/image462.png"/><Relationship Id="rId42" Type="http://schemas.openxmlformats.org/officeDocument/2006/relationships/image" Target="../media/image470.png"/><Relationship Id="rId47" Type="http://schemas.openxmlformats.org/officeDocument/2006/relationships/image" Target="../media/image475.png"/><Relationship Id="rId50" Type="http://schemas.openxmlformats.org/officeDocument/2006/relationships/image" Target="../media/image478.png"/><Relationship Id="rId7" Type="http://schemas.openxmlformats.org/officeDocument/2006/relationships/image" Target="../media/image435.png"/><Relationship Id="rId2" Type="http://schemas.openxmlformats.org/officeDocument/2006/relationships/image" Target="../media/image377.png"/><Relationship Id="rId16" Type="http://schemas.openxmlformats.org/officeDocument/2006/relationships/image" Target="../media/image444.png"/><Relationship Id="rId29" Type="http://schemas.openxmlformats.org/officeDocument/2006/relationships/image" Target="../media/image457.png"/><Relationship Id="rId11" Type="http://schemas.openxmlformats.org/officeDocument/2006/relationships/image" Target="../media/image439.png"/><Relationship Id="rId24" Type="http://schemas.openxmlformats.org/officeDocument/2006/relationships/image" Target="../media/image452.png"/><Relationship Id="rId32" Type="http://schemas.openxmlformats.org/officeDocument/2006/relationships/image" Target="../media/image460.png"/><Relationship Id="rId37" Type="http://schemas.openxmlformats.org/officeDocument/2006/relationships/image" Target="../media/image465.png"/><Relationship Id="rId40" Type="http://schemas.openxmlformats.org/officeDocument/2006/relationships/image" Target="../media/image468.png"/><Relationship Id="rId45" Type="http://schemas.openxmlformats.org/officeDocument/2006/relationships/image" Target="../media/image473.png"/><Relationship Id="rId5" Type="http://schemas.openxmlformats.org/officeDocument/2006/relationships/image" Target="../media/image433.png"/><Relationship Id="rId15" Type="http://schemas.openxmlformats.org/officeDocument/2006/relationships/image" Target="../media/image443.png"/><Relationship Id="rId23" Type="http://schemas.openxmlformats.org/officeDocument/2006/relationships/image" Target="../media/image451.png"/><Relationship Id="rId28" Type="http://schemas.openxmlformats.org/officeDocument/2006/relationships/image" Target="../media/image456.png"/><Relationship Id="rId36" Type="http://schemas.openxmlformats.org/officeDocument/2006/relationships/image" Target="../media/image464.png"/><Relationship Id="rId49" Type="http://schemas.openxmlformats.org/officeDocument/2006/relationships/image" Target="../media/image477.png"/><Relationship Id="rId10" Type="http://schemas.openxmlformats.org/officeDocument/2006/relationships/image" Target="../media/image438.png"/><Relationship Id="rId19" Type="http://schemas.openxmlformats.org/officeDocument/2006/relationships/image" Target="../media/image447.png"/><Relationship Id="rId31" Type="http://schemas.openxmlformats.org/officeDocument/2006/relationships/image" Target="../media/image459.png"/><Relationship Id="rId44" Type="http://schemas.openxmlformats.org/officeDocument/2006/relationships/image" Target="../media/image472.png"/><Relationship Id="rId52" Type="http://schemas.openxmlformats.org/officeDocument/2006/relationships/image" Target="../media/image480.png"/><Relationship Id="rId4" Type="http://schemas.openxmlformats.org/officeDocument/2006/relationships/image" Target="../media/image432.png"/><Relationship Id="rId9" Type="http://schemas.openxmlformats.org/officeDocument/2006/relationships/image" Target="../media/image437.png"/><Relationship Id="rId14" Type="http://schemas.openxmlformats.org/officeDocument/2006/relationships/image" Target="../media/image442.png"/><Relationship Id="rId22" Type="http://schemas.openxmlformats.org/officeDocument/2006/relationships/image" Target="../media/image450.png"/><Relationship Id="rId27" Type="http://schemas.openxmlformats.org/officeDocument/2006/relationships/image" Target="../media/image455.png"/><Relationship Id="rId30" Type="http://schemas.openxmlformats.org/officeDocument/2006/relationships/image" Target="../media/image458.png"/><Relationship Id="rId35" Type="http://schemas.openxmlformats.org/officeDocument/2006/relationships/image" Target="../media/image463.png"/><Relationship Id="rId43" Type="http://schemas.openxmlformats.org/officeDocument/2006/relationships/image" Target="../media/image471.png"/><Relationship Id="rId48" Type="http://schemas.openxmlformats.org/officeDocument/2006/relationships/image" Target="../media/image476.png"/><Relationship Id="rId8" Type="http://schemas.openxmlformats.org/officeDocument/2006/relationships/image" Target="../media/image436.png"/><Relationship Id="rId51" Type="http://schemas.openxmlformats.org/officeDocument/2006/relationships/image" Target="../media/image479.png"/><Relationship Id="rId3" Type="http://schemas.openxmlformats.org/officeDocument/2006/relationships/image" Target="../media/image431.png"/><Relationship Id="rId12" Type="http://schemas.openxmlformats.org/officeDocument/2006/relationships/image" Target="../media/image440.png"/><Relationship Id="rId17" Type="http://schemas.openxmlformats.org/officeDocument/2006/relationships/image" Target="../media/image445.png"/><Relationship Id="rId25" Type="http://schemas.openxmlformats.org/officeDocument/2006/relationships/image" Target="../media/image453.png"/><Relationship Id="rId33" Type="http://schemas.openxmlformats.org/officeDocument/2006/relationships/image" Target="../media/image461.png"/><Relationship Id="rId38" Type="http://schemas.openxmlformats.org/officeDocument/2006/relationships/image" Target="../media/image466.png"/><Relationship Id="rId46" Type="http://schemas.openxmlformats.org/officeDocument/2006/relationships/image" Target="../media/image474.png"/><Relationship Id="rId20" Type="http://schemas.openxmlformats.org/officeDocument/2006/relationships/image" Target="../media/image448.png"/><Relationship Id="rId41" Type="http://schemas.openxmlformats.org/officeDocument/2006/relationships/image" Target="../media/image4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1.png"/><Relationship Id="rId18" Type="http://schemas.openxmlformats.org/officeDocument/2006/relationships/image" Target="../media/image496.png"/><Relationship Id="rId26" Type="http://schemas.openxmlformats.org/officeDocument/2006/relationships/image" Target="../media/image504.png"/><Relationship Id="rId39" Type="http://schemas.openxmlformats.org/officeDocument/2006/relationships/image" Target="../media/image517.png"/><Relationship Id="rId21" Type="http://schemas.openxmlformats.org/officeDocument/2006/relationships/image" Target="../media/image499.png"/><Relationship Id="rId34" Type="http://schemas.openxmlformats.org/officeDocument/2006/relationships/image" Target="../media/image512.png"/><Relationship Id="rId42" Type="http://schemas.openxmlformats.org/officeDocument/2006/relationships/image" Target="../media/image520.png"/><Relationship Id="rId7" Type="http://schemas.openxmlformats.org/officeDocument/2006/relationships/image" Target="../media/image485.png"/><Relationship Id="rId2" Type="http://schemas.openxmlformats.org/officeDocument/2006/relationships/image" Target="../media/image189.png"/><Relationship Id="rId16" Type="http://schemas.openxmlformats.org/officeDocument/2006/relationships/image" Target="../media/image494.png"/><Relationship Id="rId20" Type="http://schemas.openxmlformats.org/officeDocument/2006/relationships/image" Target="../media/image498.png"/><Relationship Id="rId29" Type="http://schemas.openxmlformats.org/officeDocument/2006/relationships/image" Target="../media/image507.png"/><Relationship Id="rId41" Type="http://schemas.openxmlformats.org/officeDocument/2006/relationships/image" Target="../media/image5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4.png"/><Relationship Id="rId11" Type="http://schemas.openxmlformats.org/officeDocument/2006/relationships/image" Target="../media/image489.png"/><Relationship Id="rId24" Type="http://schemas.openxmlformats.org/officeDocument/2006/relationships/image" Target="../media/image502.png"/><Relationship Id="rId32" Type="http://schemas.openxmlformats.org/officeDocument/2006/relationships/image" Target="../media/image510.png"/><Relationship Id="rId37" Type="http://schemas.openxmlformats.org/officeDocument/2006/relationships/image" Target="../media/image515.png"/><Relationship Id="rId40" Type="http://schemas.openxmlformats.org/officeDocument/2006/relationships/image" Target="../media/image518.png"/><Relationship Id="rId5" Type="http://schemas.openxmlformats.org/officeDocument/2006/relationships/image" Target="../media/image483.png"/><Relationship Id="rId15" Type="http://schemas.openxmlformats.org/officeDocument/2006/relationships/image" Target="../media/image493.png"/><Relationship Id="rId23" Type="http://schemas.openxmlformats.org/officeDocument/2006/relationships/image" Target="../media/image501.png"/><Relationship Id="rId28" Type="http://schemas.openxmlformats.org/officeDocument/2006/relationships/image" Target="../media/image506.png"/><Relationship Id="rId36" Type="http://schemas.openxmlformats.org/officeDocument/2006/relationships/image" Target="../media/image514.png"/><Relationship Id="rId10" Type="http://schemas.openxmlformats.org/officeDocument/2006/relationships/image" Target="../media/image488.png"/><Relationship Id="rId19" Type="http://schemas.openxmlformats.org/officeDocument/2006/relationships/image" Target="../media/image497.png"/><Relationship Id="rId31" Type="http://schemas.openxmlformats.org/officeDocument/2006/relationships/image" Target="../media/image509.png"/><Relationship Id="rId4" Type="http://schemas.openxmlformats.org/officeDocument/2006/relationships/image" Target="../media/image191.png"/><Relationship Id="rId9" Type="http://schemas.openxmlformats.org/officeDocument/2006/relationships/image" Target="../media/image487.png"/><Relationship Id="rId14" Type="http://schemas.openxmlformats.org/officeDocument/2006/relationships/image" Target="../media/image492.png"/><Relationship Id="rId22" Type="http://schemas.openxmlformats.org/officeDocument/2006/relationships/image" Target="../media/image500.png"/><Relationship Id="rId27" Type="http://schemas.openxmlformats.org/officeDocument/2006/relationships/image" Target="../media/image505.png"/><Relationship Id="rId30" Type="http://schemas.openxmlformats.org/officeDocument/2006/relationships/image" Target="../media/image508.png"/><Relationship Id="rId35" Type="http://schemas.openxmlformats.org/officeDocument/2006/relationships/image" Target="../media/image513.png"/><Relationship Id="rId43" Type="http://schemas.openxmlformats.org/officeDocument/2006/relationships/image" Target="../media/image521.png"/><Relationship Id="rId8" Type="http://schemas.openxmlformats.org/officeDocument/2006/relationships/image" Target="../media/image486.png"/><Relationship Id="rId3" Type="http://schemas.openxmlformats.org/officeDocument/2006/relationships/image" Target="../media/image190.png"/><Relationship Id="rId12" Type="http://schemas.openxmlformats.org/officeDocument/2006/relationships/image" Target="../media/image490.png"/><Relationship Id="rId17" Type="http://schemas.openxmlformats.org/officeDocument/2006/relationships/image" Target="../media/image495.png"/><Relationship Id="rId25" Type="http://schemas.openxmlformats.org/officeDocument/2006/relationships/image" Target="../media/image503.png"/><Relationship Id="rId33" Type="http://schemas.openxmlformats.org/officeDocument/2006/relationships/image" Target="../media/image511.png"/><Relationship Id="rId38" Type="http://schemas.openxmlformats.org/officeDocument/2006/relationships/image" Target="../media/image5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553570" y="8282743"/>
            <a:ext cx="1092200" cy="508000"/>
          </a:xfrm>
          <a:custGeom>
            <a:avLst/>
            <a:gdLst/>
            <a:ahLst/>
            <a:cxnLst/>
            <a:rect l="l" t="t" r="r" b="b"/>
            <a:pathLst>
              <a:path w="1092200" h="508000">
                <a:moveTo>
                  <a:pt x="836960" y="0"/>
                </a:moveTo>
                <a:lnTo>
                  <a:pt x="822368" y="2801"/>
                </a:lnTo>
                <a:lnTo>
                  <a:pt x="809586" y="11204"/>
                </a:lnTo>
                <a:lnTo>
                  <a:pt x="801154" y="23884"/>
                </a:lnTo>
                <a:lnTo>
                  <a:pt x="798344" y="38376"/>
                </a:lnTo>
                <a:lnTo>
                  <a:pt x="801154" y="52875"/>
                </a:lnTo>
                <a:lnTo>
                  <a:pt x="809586" y="65578"/>
                </a:lnTo>
                <a:lnTo>
                  <a:pt x="960175" y="215244"/>
                </a:lnTo>
                <a:lnTo>
                  <a:pt x="38738" y="215244"/>
                </a:lnTo>
                <a:lnTo>
                  <a:pt x="23696" y="218282"/>
                </a:lnTo>
                <a:lnTo>
                  <a:pt x="11379" y="226553"/>
                </a:lnTo>
                <a:lnTo>
                  <a:pt x="3056" y="238795"/>
                </a:lnTo>
                <a:lnTo>
                  <a:pt x="0" y="253744"/>
                </a:lnTo>
                <a:lnTo>
                  <a:pt x="3056" y="268693"/>
                </a:lnTo>
                <a:lnTo>
                  <a:pt x="11379" y="280936"/>
                </a:lnTo>
                <a:lnTo>
                  <a:pt x="23696" y="289209"/>
                </a:lnTo>
                <a:lnTo>
                  <a:pt x="38738" y="292248"/>
                </a:lnTo>
                <a:lnTo>
                  <a:pt x="959731" y="292248"/>
                </a:lnTo>
                <a:lnTo>
                  <a:pt x="809102" y="441918"/>
                </a:lnTo>
                <a:lnTo>
                  <a:pt x="804111" y="448032"/>
                </a:lnTo>
                <a:lnTo>
                  <a:pt x="800653" y="454732"/>
                </a:lnTo>
                <a:lnTo>
                  <a:pt x="798642" y="461883"/>
                </a:lnTo>
                <a:lnTo>
                  <a:pt x="797991" y="469350"/>
                </a:lnTo>
                <a:lnTo>
                  <a:pt x="798710" y="476817"/>
                </a:lnTo>
                <a:lnTo>
                  <a:pt x="836901" y="507550"/>
                </a:lnTo>
                <a:lnTo>
                  <a:pt x="851546" y="504700"/>
                </a:lnTo>
                <a:lnTo>
                  <a:pt x="864336" y="496301"/>
                </a:lnTo>
                <a:lnTo>
                  <a:pt x="1080783" y="281176"/>
                </a:lnTo>
                <a:lnTo>
                  <a:pt x="1089215" y="268483"/>
                </a:lnTo>
                <a:lnTo>
                  <a:pt x="1092026" y="253985"/>
                </a:lnTo>
                <a:lnTo>
                  <a:pt x="1089215" y="239487"/>
                </a:lnTo>
                <a:lnTo>
                  <a:pt x="1080783" y="226794"/>
                </a:lnTo>
                <a:lnTo>
                  <a:pt x="864335" y="11204"/>
                </a:lnTo>
                <a:lnTo>
                  <a:pt x="851553" y="2801"/>
                </a:lnTo>
                <a:lnTo>
                  <a:pt x="83696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31010" y="2924886"/>
            <a:ext cx="7453630" cy="1245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59585" y="4406772"/>
            <a:ext cx="1752600" cy="3352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66261" y="4406772"/>
            <a:ext cx="1024127" cy="3352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59585" y="4799965"/>
            <a:ext cx="1750949" cy="3352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64738" y="4799965"/>
            <a:ext cx="1024127" cy="3352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6345" y="4246117"/>
            <a:ext cx="1295781" cy="3383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22294" y="4246117"/>
            <a:ext cx="777239" cy="3383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40453" y="4246117"/>
            <a:ext cx="173736" cy="338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84880" y="4703317"/>
            <a:ext cx="398221" cy="338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50438" y="4703317"/>
            <a:ext cx="278891" cy="3383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36365" y="4703317"/>
            <a:ext cx="510032" cy="3383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18890" y="4703317"/>
            <a:ext cx="313943" cy="3383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75861" y="4703317"/>
            <a:ext cx="1359789" cy="3383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9634" y="4703317"/>
            <a:ext cx="777239" cy="3383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98565" y="4703317"/>
            <a:ext cx="1295781" cy="3383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84880" y="5160517"/>
            <a:ext cx="398221" cy="338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50438" y="5160517"/>
            <a:ext cx="352043" cy="33832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85134" y="5160517"/>
            <a:ext cx="249174" cy="3383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51250" y="5160517"/>
            <a:ext cx="777239" cy="33832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50182" y="5160517"/>
            <a:ext cx="777239" cy="33832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49114" y="5160517"/>
            <a:ext cx="1295400" cy="3383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32913" y="4562602"/>
            <a:ext cx="124460" cy="139763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84880" y="5618098"/>
            <a:ext cx="777697" cy="33832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84194" y="5618098"/>
            <a:ext cx="249174" cy="3383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50309" y="5618098"/>
            <a:ext cx="777239" cy="33832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49241" y="5618098"/>
            <a:ext cx="777239" cy="33832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48173" y="5618098"/>
            <a:ext cx="518160" cy="33832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86502" y="5618098"/>
            <a:ext cx="518160" cy="33832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26353" y="5618098"/>
            <a:ext cx="777239" cy="33832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506345" y="6607809"/>
            <a:ext cx="1036726" cy="33832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63214" y="6607809"/>
            <a:ext cx="777239" cy="33832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62146" y="6607809"/>
            <a:ext cx="777239" cy="33832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84880" y="7065009"/>
            <a:ext cx="2471293" cy="33832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84880" y="7522209"/>
            <a:ext cx="433425" cy="33832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01670" y="7522209"/>
            <a:ext cx="313944" cy="3383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58641" y="7522209"/>
            <a:ext cx="1361439" cy="33832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83938" y="7522209"/>
            <a:ext cx="1295400" cy="33832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732913" y="6924293"/>
            <a:ext cx="124460" cy="139700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984880" y="7979409"/>
            <a:ext cx="1500632" cy="33832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35526" y="7979409"/>
            <a:ext cx="1813560" cy="33832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8594" y="1883029"/>
            <a:ext cx="3886580" cy="109423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14822" y="1883029"/>
            <a:ext cx="2332228" cy="109423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14920" y="1883029"/>
            <a:ext cx="2331720" cy="109423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916289" y="1883029"/>
            <a:ext cx="2332228" cy="1094231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716514" y="1883029"/>
            <a:ext cx="3886580" cy="109423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6345" y="4246117"/>
            <a:ext cx="1295781" cy="3383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22294" y="4246117"/>
            <a:ext cx="777239" cy="3383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40453" y="4246117"/>
            <a:ext cx="173736" cy="338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84880" y="4703317"/>
            <a:ext cx="398221" cy="338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50438" y="4703317"/>
            <a:ext cx="278891" cy="3383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36365" y="4703317"/>
            <a:ext cx="510032" cy="3383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18890" y="4703317"/>
            <a:ext cx="313943" cy="3383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75861" y="4703317"/>
            <a:ext cx="1359789" cy="33832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9634" y="4703317"/>
            <a:ext cx="777239" cy="3383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98565" y="4703317"/>
            <a:ext cx="1295781" cy="3383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84880" y="5160517"/>
            <a:ext cx="398221" cy="3383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50438" y="5160517"/>
            <a:ext cx="352043" cy="33832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85134" y="5160517"/>
            <a:ext cx="249174" cy="3383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51250" y="5160517"/>
            <a:ext cx="777239" cy="33832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50182" y="5160517"/>
            <a:ext cx="777239" cy="33832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49114" y="5160517"/>
            <a:ext cx="1295400" cy="3383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32913" y="4562602"/>
            <a:ext cx="124460" cy="139763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84880" y="5618098"/>
            <a:ext cx="777697" cy="33832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84194" y="5618098"/>
            <a:ext cx="249174" cy="3383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50309" y="5618098"/>
            <a:ext cx="777239" cy="33832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49241" y="5618098"/>
            <a:ext cx="777239" cy="33832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48173" y="5618098"/>
            <a:ext cx="518160" cy="33832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86502" y="5618098"/>
            <a:ext cx="518160" cy="33832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26353" y="5618098"/>
            <a:ext cx="777239" cy="33832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506345" y="6607809"/>
            <a:ext cx="1036726" cy="33832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63214" y="6607809"/>
            <a:ext cx="777239" cy="33832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62146" y="6607809"/>
            <a:ext cx="777239" cy="33832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984880" y="7065009"/>
            <a:ext cx="2471293" cy="33832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984880" y="7522209"/>
            <a:ext cx="433425" cy="33832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01670" y="7522209"/>
            <a:ext cx="313944" cy="3383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58641" y="7522209"/>
            <a:ext cx="1361439" cy="33832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83938" y="7522209"/>
            <a:ext cx="1295400" cy="33832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732913" y="6924293"/>
            <a:ext cx="124460" cy="139700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20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984880" y="7979409"/>
            <a:ext cx="1500632" cy="33832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35526" y="7979409"/>
            <a:ext cx="1813560" cy="33832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8594" y="1883029"/>
            <a:ext cx="3886580" cy="109423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14822" y="1883029"/>
            <a:ext cx="2332228" cy="109423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14920" y="1883029"/>
            <a:ext cx="2331720" cy="109423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916289" y="1883029"/>
            <a:ext cx="2332228" cy="1094231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716514" y="1883029"/>
            <a:ext cx="3886580" cy="109423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2001" y="112146"/>
            <a:ext cx="16633464" cy="998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5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12083"/>
            <a:ext cx="18288000" cy="7075170"/>
          </a:xfrm>
          <a:custGeom>
            <a:avLst/>
            <a:gdLst/>
            <a:ahLst/>
            <a:cxnLst/>
            <a:rect l="l" t="t" r="r" b="b"/>
            <a:pathLst>
              <a:path w="18288000" h="7075170">
                <a:moveTo>
                  <a:pt x="0" y="7074915"/>
                </a:moveTo>
                <a:lnTo>
                  <a:pt x="18288000" y="7074915"/>
                </a:lnTo>
                <a:lnTo>
                  <a:pt x="18288000" y="0"/>
                </a:lnTo>
                <a:lnTo>
                  <a:pt x="0" y="0"/>
                </a:lnTo>
                <a:lnTo>
                  <a:pt x="0" y="7074915"/>
                </a:lnTo>
                <a:close/>
              </a:path>
            </a:pathLst>
          </a:custGeom>
          <a:solidFill>
            <a:srgbClr val="FAFF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8288000" cy="3212465"/>
          </a:xfrm>
          <a:custGeom>
            <a:avLst/>
            <a:gdLst/>
            <a:ahLst/>
            <a:cxnLst/>
            <a:rect l="l" t="t" r="r" b="b"/>
            <a:pathLst>
              <a:path w="18288000" h="3212465">
                <a:moveTo>
                  <a:pt x="0" y="0"/>
                </a:moveTo>
                <a:lnTo>
                  <a:pt x="0" y="3212083"/>
                </a:lnTo>
                <a:lnTo>
                  <a:pt x="18287999" y="3212083"/>
                </a:lnTo>
                <a:lnTo>
                  <a:pt x="18287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01951" y="6260591"/>
            <a:ext cx="149351" cy="243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6627" y="6260591"/>
            <a:ext cx="166877" cy="243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87879" y="6260591"/>
            <a:ext cx="558241" cy="243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20950" y="6260591"/>
            <a:ext cx="225551" cy="2438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33726" y="6260591"/>
            <a:ext cx="371856" cy="2438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80614" y="6260591"/>
            <a:ext cx="557784" cy="2438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08988" y="6589776"/>
            <a:ext cx="222504" cy="2438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20239" y="6589776"/>
            <a:ext cx="166877" cy="243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1492" y="6589776"/>
            <a:ext cx="743712" cy="2438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52014" y="6589776"/>
            <a:ext cx="149351" cy="243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26689" y="6589776"/>
            <a:ext cx="371856" cy="243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73577" y="6589776"/>
            <a:ext cx="557784" cy="2438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81555" y="6920433"/>
            <a:ext cx="225551" cy="2441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94332" y="6920433"/>
            <a:ext cx="166878" cy="244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05583" y="6920433"/>
            <a:ext cx="1115936" cy="2441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01010" y="6920433"/>
            <a:ext cx="557784" cy="2441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56588" y="7187183"/>
            <a:ext cx="523494" cy="4274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18360" y="7251445"/>
            <a:ext cx="371856" cy="2438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63723" y="7251445"/>
            <a:ext cx="558241" cy="24383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98317" y="7251445"/>
            <a:ext cx="306324" cy="2438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02533" y="7251445"/>
            <a:ext cx="557783" cy="24383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00099" y="5040757"/>
            <a:ext cx="2555240" cy="783590"/>
          </a:xfrm>
          <a:custGeom>
            <a:avLst/>
            <a:gdLst/>
            <a:ahLst/>
            <a:cxnLst/>
            <a:rect l="l" t="t" r="r" b="b"/>
            <a:pathLst>
              <a:path w="2555240" h="783589">
                <a:moveTo>
                  <a:pt x="2417191" y="0"/>
                </a:moveTo>
                <a:lnTo>
                  <a:pt x="138048" y="0"/>
                </a:lnTo>
                <a:lnTo>
                  <a:pt x="110948" y="2666"/>
                </a:lnTo>
                <a:lnTo>
                  <a:pt x="61414" y="23145"/>
                </a:lnTo>
                <a:lnTo>
                  <a:pt x="23145" y="61432"/>
                </a:lnTo>
                <a:lnTo>
                  <a:pt x="2666" y="111001"/>
                </a:lnTo>
                <a:lnTo>
                  <a:pt x="0" y="138048"/>
                </a:lnTo>
                <a:lnTo>
                  <a:pt x="0" y="645032"/>
                </a:lnTo>
                <a:lnTo>
                  <a:pt x="10477" y="697864"/>
                </a:lnTo>
                <a:lnTo>
                  <a:pt x="40385" y="742695"/>
                </a:lnTo>
                <a:lnTo>
                  <a:pt x="85169" y="772556"/>
                </a:lnTo>
                <a:lnTo>
                  <a:pt x="138048" y="783081"/>
                </a:lnTo>
                <a:lnTo>
                  <a:pt x="2417191" y="783081"/>
                </a:lnTo>
                <a:lnTo>
                  <a:pt x="2470070" y="772556"/>
                </a:lnTo>
                <a:lnTo>
                  <a:pt x="2514854" y="742695"/>
                </a:lnTo>
                <a:lnTo>
                  <a:pt x="2544762" y="697864"/>
                </a:lnTo>
                <a:lnTo>
                  <a:pt x="2555240" y="645032"/>
                </a:lnTo>
                <a:lnTo>
                  <a:pt x="2555240" y="138048"/>
                </a:lnTo>
                <a:lnTo>
                  <a:pt x="2544762" y="85216"/>
                </a:lnTo>
                <a:lnTo>
                  <a:pt x="2514854" y="40385"/>
                </a:lnTo>
                <a:lnTo>
                  <a:pt x="2470070" y="10477"/>
                </a:lnTo>
                <a:lnTo>
                  <a:pt x="2417191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267703" y="6241796"/>
            <a:ext cx="96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454140" y="6260591"/>
            <a:ext cx="371856" cy="24383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40068" y="6260591"/>
            <a:ext cx="149351" cy="2438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714743" y="6260591"/>
            <a:ext cx="149351" cy="243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89419" y="6260591"/>
            <a:ext cx="262127" cy="24383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86016" y="6260591"/>
            <a:ext cx="557783" cy="24383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18831" y="6260591"/>
            <a:ext cx="557783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714491" y="6570979"/>
            <a:ext cx="96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900928" y="6589776"/>
            <a:ext cx="557784" cy="243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72784" y="6589776"/>
            <a:ext cx="149351" cy="2438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47459" y="6589776"/>
            <a:ext cx="222504" cy="2438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8711" y="6589776"/>
            <a:ext cx="264160" cy="24383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56831" y="6589776"/>
            <a:ext cx="929640" cy="24383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464552" y="6589776"/>
            <a:ext cx="149351" cy="2438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539228" y="6589776"/>
            <a:ext cx="222503" cy="2438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650480" y="6589776"/>
            <a:ext cx="371855" cy="2438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895843" y="6589776"/>
            <a:ext cx="557783" cy="24383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267700" y="6589776"/>
            <a:ext cx="149351" cy="24383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01511" y="6920433"/>
            <a:ext cx="743712" cy="24414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59295" y="6920433"/>
            <a:ext cx="149351" cy="24414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33971" y="6920433"/>
            <a:ext cx="225551" cy="2441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746747" y="6920433"/>
            <a:ext cx="266192" cy="24414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946392" y="6920433"/>
            <a:ext cx="371855" cy="24414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91756" y="6920433"/>
            <a:ext cx="557783" cy="24414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626095" y="6920433"/>
            <a:ext cx="371855" cy="24414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871459" y="6920433"/>
            <a:ext cx="557783" cy="24414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5780023" y="6813956"/>
            <a:ext cx="131445" cy="68770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78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966459" y="7251445"/>
            <a:ext cx="1115567" cy="2438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896100" y="7251445"/>
            <a:ext cx="149351" cy="2438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970776" y="7251445"/>
            <a:ext cx="228600" cy="2438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085076" y="7251445"/>
            <a:ext cx="270255" cy="24383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287768" y="7251445"/>
            <a:ext cx="557783" cy="24383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720583" y="7251445"/>
            <a:ext cx="743712" cy="24383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154928" y="7561833"/>
            <a:ext cx="96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341364" y="7580630"/>
            <a:ext cx="371856" cy="2438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527292" y="7580630"/>
            <a:ext cx="149351" cy="2438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601968" y="7580630"/>
            <a:ext cx="225551" cy="24383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714743" y="7580630"/>
            <a:ext cx="262127" cy="24383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911340" y="7580630"/>
            <a:ext cx="557783" cy="24383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344156" y="7580630"/>
            <a:ext cx="743711" cy="24383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671820" y="5040757"/>
            <a:ext cx="2555240" cy="783590"/>
          </a:xfrm>
          <a:custGeom>
            <a:avLst/>
            <a:gdLst/>
            <a:ahLst/>
            <a:cxnLst/>
            <a:rect l="l" t="t" r="r" b="b"/>
            <a:pathLst>
              <a:path w="2555240" h="783589">
                <a:moveTo>
                  <a:pt x="2417190" y="0"/>
                </a:moveTo>
                <a:lnTo>
                  <a:pt x="138049" y="0"/>
                </a:lnTo>
                <a:lnTo>
                  <a:pt x="111001" y="2666"/>
                </a:lnTo>
                <a:lnTo>
                  <a:pt x="61432" y="23145"/>
                </a:lnTo>
                <a:lnTo>
                  <a:pt x="23145" y="61432"/>
                </a:lnTo>
                <a:lnTo>
                  <a:pt x="2666" y="111001"/>
                </a:lnTo>
                <a:lnTo>
                  <a:pt x="0" y="138048"/>
                </a:lnTo>
                <a:lnTo>
                  <a:pt x="0" y="645032"/>
                </a:lnTo>
                <a:lnTo>
                  <a:pt x="10477" y="697864"/>
                </a:lnTo>
                <a:lnTo>
                  <a:pt x="40385" y="742695"/>
                </a:lnTo>
                <a:lnTo>
                  <a:pt x="85216" y="772556"/>
                </a:lnTo>
                <a:lnTo>
                  <a:pt x="138049" y="783081"/>
                </a:lnTo>
                <a:lnTo>
                  <a:pt x="2417190" y="783081"/>
                </a:lnTo>
                <a:lnTo>
                  <a:pt x="2470070" y="772556"/>
                </a:lnTo>
                <a:lnTo>
                  <a:pt x="2514854" y="742695"/>
                </a:lnTo>
                <a:lnTo>
                  <a:pt x="2544762" y="697864"/>
                </a:lnTo>
                <a:lnTo>
                  <a:pt x="2555239" y="645032"/>
                </a:lnTo>
                <a:lnTo>
                  <a:pt x="2555239" y="138048"/>
                </a:lnTo>
                <a:lnTo>
                  <a:pt x="2544762" y="85216"/>
                </a:lnTo>
                <a:lnTo>
                  <a:pt x="2514854" y="40385"/>
                </a:lnTo>
                <a:lnTo>
                  <a:pt x="2470070" y="10477"/>
                </a:lnTo>
                <a:lnTo>
                  <a:pt x="241719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521195" y="5199253"/>
            <a:ext cx="518159" cy="36576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861047" y="5199253"/>
            <a:ext cx="777240" cy="36576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0325227" y="6241796"/>
            <a:ext cx="96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0511663" y="6260591"/>
            <a:ext cx="557783" cy="243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0883518" y="6260591"/>
            <a:ext cx="185623" cy="24383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1006963" y="6260591"/>
            <a:ext cx="558241" cy="243839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1440032" y="6260591"/>
            <a:ext cx="225551" cy="2438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1552808" y="6260591"/>
            <a:ext cx="371855" cy="2438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1799696" y="6260591"/>
            <a:ext cx="557783" cy="24383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2232513" y="6260591"/>
            <a:ext cx="557783" cy="243839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0206355" y="6570979"/>
            <a:ext cx="96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0392791" y="6589776"/>
            <a:ext cx="557783" cy="24383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0764646" y="6589776"/>
            <a:ext cx="185166" cy="24383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0888091" y="6589776"/>
            <a:ext cx="744118" cy="24383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1446129" y="6589776"/>
            <a:ext cx="173735" cy="24383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561953" y="6589776"/>
            <a:ext cx="557783" cy="24383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1994768" y="6589776"/>
            <a:ext cx="225551" cy="24383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2107544" y="6589776"/>
            <a:ext cx="371855" cy="243839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2352908" y="6589776"/>
            <a:ext cx="557783" cy="24383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9988422" y="6901688"/>
            <a:ext cx="96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0174858" y="6920433"/>
            <a:ext cx="743712" cy="244144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0732643" y="6920433"/>
            <a:ext cx="187451" cy="244144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0857610" y="6920433"/>
            <a:ext cx="558241" cy="24414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1290681" y="6920433"/>
            <a:ext cx="557783" cy="244144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1725020" y="6920433"/>
            <a:ext cx="557783" cy="244144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2096877" y="6920433"/>
            <a:ext cx="300735" cy="244144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2322429" y="6920433"/>
            <a:ext cx="371855" cy="24414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2569317" y="6920433"/>
            <a:ext cx="557784" cy="24414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10753470" y="7232650"/>
            <a:ext cx="96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0939906" y="7251445"/>
            <a:ext cx="558241" cy="24383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1372977" y="7251445"/>
            <a:ext cx="371855" cy="24383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1619865" y="7251445"/>
            <a:ext cx="743711" cy="243839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0107548" y="5040757"/>
            <a:ext cx="2555875" cy="783590"/>
          </a:xfrm>
          <a:custGeom>
            <a:avLst/>
            <a:gdLst/>
            <a:ahLst/>
            <a:cxnLst/>
            <a:rect l="l" t="t" r="r" b="b"/>
            <a:pathLst>
              <a:path w="2555875" h="783589">
                <a:moveTo>
                  <a:pt x="2417318" y="0"/>
                </a:moveTo>
                <a:lnTo>
                  <a:pt x="138049" y="0"/>
                </a:lnTo>
                <a:lnTo>
                  <a:pt x="111001" y="2666"/>
                </a:lnTo>
                <a:lnTo>
                  <a:pt x="61432" y="23145"/>
                </a:lnTo>
                <a:lnTo>
                  <a:pt x="23145" y="61432"/>
                </a:lnTo>
                <a:lnTo>
                  <a:pt x="2667" y="111001"/>
                </a:lnTo>
                <a:lnTo>
                  <a:pt x="0" y="138048"/>
                </a:lnTo>
                <a:lnTo>
                  <a:pt x="0" y="645032"/>
                </a:lnTo>
                <a:lnTo>
                  <a:pt x="10477" y="697864"/>
                </a:lnTo>
                <a:lnTo>
                  <a:pt x="40385" y="742695"/>
                </a:lnTo>
                <a:lnTo>
                  <a:pt x="85216" y="772556"/>
                </a:lnTo>
                <a:lnTo>
                  <a:pt x="138049" y="783081"/>
                </a:lnTo>
                <a:lnTo>
                  <a:pt x="2417318" y="783081"/>
                </a:lnTo>
                <a:lnTo>
                  <a:pt x="2470086" y="772556"/>
                </a:lnTo>
                <a:lnTo>
                  <a:pt x="2514854" y="742695"/>
                </a:lnTo>
                <a:lnTo>
                  <a:pt x="2544826" y="697864"/>
                </a:lnTo>
                <a:lnTo>
                  <a:pt x="2555367" y="645032"/>
                </a:lnTo>
                <a:lnTo>
                  <a:pt x="2555367" y="138048"/>
                </a:lnTo>
                <a:lnTo>
                  <a:pt x="2544826" y="85216"/>
                </a:lnTo>
                <a:lnTo>
                  <a:pt x="2514854" y="40385"/>
                </a:lnTo>
                <a:lnTo>
                  <a:pt x="2470086" y="10477"/>
                </a:lnTo>
                <a:lnTo>
                  <a:pt x="241731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0588497" y="5199253"/>
            <a:ext cx="1036320" cy="365760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1444985" y="5199253"/>
            <a:ext cx="1036726" cy="365760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4540357" y="5040757"/>
            <a:ext cx="2555875" cy="783590"/>
          </a:xfrm>
          <a:custGeom>
            <a:avLst/>
            <a:gdLst/>
            <a:ahLst/>
            <a:cxnLst/>
            <a:rect l="l" t="t" r="r" b="b"/>
            <a:pathLst>
              <a:path w="2555875" h="783589">
                <a:moveTo>
                  <a:pt x="2417317" y="0"/>
                </a:moveTo>
                <a:lnTo>
                  <a:pt x="138048" y="0"/>
                </a:lnTo>
                <a:lnTo>
                  <a:pt x="111021" y="2666"/>
                </a:lnTo>
                <a:lnTo>
                  <a:pt x="61539" y="23145"/>
                </a:lnTo>
                <a:lnTo>
                  <a:pt x="23252" y="61432"/>
                </a:lnTo>
                <a:lnTo>
                  <a:pt x="2686" y="111001"/>
                </a:lnTo>
                <a:lnTo>
                  <a:pt x="0" y="138048"/>
                </a:lnTo>
                <a:lnTo>
                  <a:pt x="0" y="645032"/>
                </a:lnTo>
                <a:lnTo>
                  <a:pt x="10540" y="697864"/>
                </a:lnTo>
                <a:lnTo>
                  <a:pt x="40512" y="742695"/>
                </a:lnTo>
                <a:lnTo>
                  <a:pt x="85280" y="772556"/>
                </a:lnTo>
                <a:lnTo>
                  <a:pt x="138048" y="783081"/>
                </a:lnTo>
                <a:lnTo>
                  <a:pt x="2417317" y="783081"/>
                </a:lnTo>
                <a:lnTo>
                  <a:pt x="2470149" y="772556"/>
                </a:lnTo>
                <a:lnTo>
                  <a:pt x="2514980" y="742695"/>
                </a:lnTo>
                <a:lnTo>
                  <a:pt x="2544841" y="697864"/>
                </a:lnTo>
                <a:lnTo>
                  <a:pt x="2555366" y="645032"/>
                </a:lnTo>
                <a:lnTo>
                  <a:pt x="2555366" y="138048"/>
                </a:lnTo>
                <a:lnTo>
                  <a:pt x="2544841" y="85216"/>
                </a:lnTo>
                <a:lnTo>
                  <a:pt x="2514980" y="40385"/>
                </a:lnTo>
                <a:lnTo>
                  <a:pt x="2470150" y="10477"/>
                </a:lnTo>
                <a:lnTo>
                  <a:pt x="241731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15172436" y="6241796"/>
            <a:ext cx="96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5358871" y="6260591"/>
            <a:ext cx="371855" cy="243839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5604236" y="6260591"/>
            <a:ext cx="557784" cy="243839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5976091" y="6260591"/>
            <a:ext cx="185623" cy="24383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6099536" y="6260591"/>
            <a:ext cx="459638" cy="243839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6444213" y="6260591"/>
            <a:ext cx="371855" cy="243839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5128747" y="6589776"/>
            <a:ext cx="557784" cy="243839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5561563" y="6589776"/>
            <a:ext cx="557784" cy="243839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5995904" y="6589776"/>
            <a:ext cx="372465" cy="24383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6182086" y="6589776"/>
            <a:ext cx="182880" cy="243839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6304006" y="6589776"/>
            <a:ext cx="743711" cy="243839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14911832" y="6483501"/>
            <a:ext cx="127000" cy="6870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78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15098267" y="6920433"/>
            <a:ext cx="371855" cy="24414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5343632" y="6920433"/>
            <a:ext cx="557784" cy="2441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5777971" y="6920433"/>
            <a:ext cx="371855" cy="24414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5963900" y="6920433"/>
            <a:ext cx="183337" cy="244144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6085819" y="6920433"/>
            <a:ext cx="558241" cy="244144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6518889" y="6920433"/>
            <a:ext cx="557784" cy="244144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019300" y="5199253"/>
            <a:ext cx="777697" cy="365760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618485" y="5199253"/>
            <a:ext cx="777239" cy="365760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5260701" y="5199253"/>
            <a:ext cx="777240" cy="365760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5859633" y="5199253"/>
            <a:ext cx="777240" cy="365760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dirty="0"/>
              <a:t>게임</a:t>
            </a:r>
            <a:r>
              <a:rPr spc="-695" dirty="0"/>
              <a:t> </a:t>
            </a:r>
            <a:r>
              <a:rPr dirty="0"/>
              <a:t>규칙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8288" y="6298234"/>
            <a:ext cx="119380" cy="1549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98064" y="7522209"/>
            <a:ext cx="740663" cy="321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68040" y="7522209"/>
            <a:ext cx="987551" cy="3215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83379" y="7522209"/>
            <a:ext cx="741121" cy="3215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52004" y="5997524"/>
            <a:ext cx="392582" cy="3218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84592" y="5914644"/>
            <a:ext cx="691133" cy="5631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91397" y="5997524"/>
            <a:ext cx="1533778" cy="3218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07933" y="6379209"/>
            <a:ext cx="1481327" cy="3215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15526" y="6379209"/>
            <a:ext cx="596265" cy="3215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92538" y="6379209"/>
            <a:ext cx="740664" cy="3215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07933" y="6760209"/>
            <a:ext cx="1036929" cy="3215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72042" y="6760209"/>
            <a:ext cx="987551" cy="3215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712706" y="6760209"/>
            <a:ext cx="237744" cy="32156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871202" y="6760209"/>
            <a:ext cx="740664" cy="32156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107933" y="7141209"/>
            <a:ext cx="430783" cy="32156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431021" y="7141209"/>
            <a:ext cx="740664" cy="3215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000997" y="7141209"/>
            <a:ext cx="740664" cy="32156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868157" y="6298234"/>
            <a:ext cx="119380" cy="1549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107933" y="7522209"/>
            <a:ext cx="987551" cy="32156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23273" y="7522209"/>
            <a:ext cx="377190" cy="3215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174733" y="7522209"/>
            <a:ext cx="493775" cy="32156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500869" y="7522209"/>
            <a:ext cx="740664" cy="3215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9443466" y="2471420"/>
            <a:ext cx="17659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333333"/>
                </a:solidFill>
              </a:rPr>
              <a:t>난이도</a:t>
            </a:r>
            <a:r>
              <a:rPr sz="2600" spc="-305" dirty="0">
                <a:solidFill>
                  <a:srgbClr val="333333"/>
                </a:solidFill>
              </a:rPr>
              <a:t> </a:t>
            </a:r>
            <a:r>
              <a:rPr sz="2600" dirty="0">
                <a:solidFill>
                  <a:srgbClr val="333333"/>
                </a:solidFill>
              </a:rPr>
              <a:t>설정</a:t>
            </a:r>
            <a:endParaRPr sz="2600"/>
          </a:p>
        </p:txBody>
      </p:sp>
      <p:sp>
        <p:nvSpPr>
          <p:cNvPr id="25" name="object 25"/>
          <p:cNvSpPr/>
          <p:nvPr/>
        </p:nvSpPr>
        <p:spPr>
          <a:xfrm>
            <a:off x="11560809" y="3231133"/>
            <a:ext cx="666496" cy="33070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456166" y="3231133"/>
            <a:ext cx="1085850" cy="33070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997560" y="3236722"/>
            <a:ext cx="354329" cy="31394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233781" y="3236722"/>
            <a:ext cx="185928" cy="31394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326744" y="3236722"/>
            <a:ext cx="472440" cy="31394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640688" y="3236722"/>
            <a:ext cx="418795" cy="31394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919962" y="3236722"/>
            <a:ext cx="425196" cy="31394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203426" y="3236722"/>
            <a:ext cx="708659" cy="31394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752065" y="3236722"/>
            <a:ext cx="708659" cy="31394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456166" y="3906646"/>
            <a:ext cx="1591309" cy="33070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560809" y="3906901"/>
            <a:ext cx="694944" cy="33070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997560" y="3867658"/>
            <a:ext cx="354329" cy="31394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233781" y="3867658"/>
            <a:ext cx="185928" cy="31394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326744" y="3867658"/>
            <a:ext cx="472440" cy="31394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3640688" y="3867658"/>
            <a:ext cx="443941" cy="31394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3936726" y="3867658"/>
            <a:ext cx="425196" cy="31394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4220189" y="3867658"/>
            <a:ext cx="708659" cy="31394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4770354" y="3867658"/>
            <a:ext cx="708659" cy="31394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456166" y="4583303"/>
            <a:ext cx="1133475" cy="33070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560809" y="4583557"/>
            <a:ext cx="944879" cy="33070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997560" y="4545533"/>
            <a:ext cx="354329" cy="31424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233781" y="4545533"/>
            <a:ext cx="185928" cy="31424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3326744" y="4545533"/>
            <a:ext cx="472440" cy="31424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3640688" y="4545533"/>
            <a:ext cx="284073" cy="31424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3782420" y="4545533"/>
            <a:ext cx="425653" cy="31424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4066265" y="4545533"/>
            <a:ext cx="708659" cy="31424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4614906" y="4545533"/>
            <a:ext cx="708659" cy="31424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2120371" y="5997524"/>
            <a:ext cx="740664" cy="32186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2690347" y="5997524"/>
            <a:ext cx="987551" cy="32186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576047" y="6379209"/>
            <a:ext cx="506730" cy="32156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2981431" y="6379209"/>
            <a:ext cx="1234439" cy="32156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4042389" y="6379209"/>
            <a:ext cx="297180" cy="32156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4240510" y="6379209"/>
            <a:ext cx="740663" cy="32156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2576047" y="6760209"/>
            <a:ext cx="851661" cy="32156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3306043" y="6760209"/>
            <a:ext cx="1234821" cy="32156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4368526" y="6760209"/>
            <a:ext cx="1234440" cy="3215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2576047" y="7141209"/>
            <a:ext cx="489584" cy="321563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967716" y="7141209"/>
            <a:ext cx="740664" cy="321563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3537691" y="7141209"/>
            <a:ext cx="741121" cy="321563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4107921" y="7141209"/>
            <a:ext cx="1218742" cy="321563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2336271" y="6298234"/>
            <a:ext cx="119380" cy="1549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2576047" y="7522209"/>
            <a:ext cx="964907" cy="32156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3420343" y="7522209"/>
            <a:ext cx="987958" cy="321563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4237462" y="7522209"/>
            <a:ext cx="740663" cy="321563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4807437" y="7522209"/>
            <a:ext cx="863892" cy="321563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2576047" y="7903209"/>
            <a:ext cx="467359" cy="321563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2336271" y="8262619"/>
            <a:ext cx="11938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2576047" y="8284464"/>
            <a:ext cx="533400" cy="321563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3002768" y="8284464"/>
            <a:ext cx="740664" cy="321563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3572743" y="8284464"/>
            <a:ext cx="741121" cy="321563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4142973" y="8284464"/>
            <a:ext cx="1218742" cy="321563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12986" y="0"/>
            <a:ext cx="9375140" cy="10287000"/>
          </a:xfrm>
          <a:custGeom>
            <a:avLst/>
            <a:gdLst/>
            <a:ahLst/>
            <a:cxnLst/>
            <a:rect l="l" t="t" r="r" b="b"/>
            <a:pathLst>
              <a:path w="9375140" h="10287000">
                <a:moveTo>
                  <a:pt x="0" y="10287000"/>
                </a:moveTo>
                <a:lnTo>
                  <a:pt x="9375013" y="10287000"/>
                </a:lnTo>
                <a:lnTo>
                  <a:pt x="9375013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FAFF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019535" y="3402457"/>
            <a:ext cx="6220460" cy="0"/>
          </a:xfrm>
          <a:custGeom>
            <a:avLst/>
            <a:gdLst/>
            <a:ahLst/>
            <a:cxnLst/>
            <a:rect l="l" t="t" r="r" b="b"/>
            <a:pathLst>
              <a:path w="6220459">
                <a:moveTo>
                  <a:pt x="0" y="0"/>
                </a:moveTo>
                <a:lnTo>
                  <a:pt x="6220206" y="0"/>
                </a:lnTo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6371" y="743076"/>
            <a:ext cx="3328797" cy="38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49165" y="756793"/>
            <a:ext cx="582167" cy="38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49165" y="1200277"/>
            <a:ext cx="582167" cy="381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019535" y="7168260"/>
            <a:ext cx="6220460" cy="0"/>
          </a:xfrm>
          <a:custGeom>
            <a:avLst/>
            <a:gdLst/>
            <a:ahLst/>
            <a:cxnLst/>
            <a:rect l="l" t="t" r="r" b="b"/>
            <a:pathLst>
              <a:path w="6220459">
                <a:moveTo>
                  <a:pt x="0" y="0"/>
                </a:moveTo>
                <a:lnTo>
                  <a:pt x="6220206" y="0"/>
                </a:lnTo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019535" y="5215001"/>
            <a:ext cx="6220460" cy="17780"/>
          </a:xfrm>
          <a:custGeom>
            <a:avLst/>
            <a:gdLst/>
            <a:ahLst/>
            <a:cxnLst/>
            <a:rect l="l" t="t" r="r" b="b"/>
            <a:pathLst>
              <a:path w="6220459" h="17779">
                <a:moveTo>
                  <a:pt x="0" y="17525"/>
                </a:moveTo>
                <a:lnTo>
                  <a:pt x="6220206" y="0"/>
                </a:lnTo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8913495" cy="10287000"/>
          </a:xfrm>
          <a:custGeom>
            <a:avLst/>
            <a:gdLst/>
            <a:ahLst/>
            <a:cxnLst/>
            <a:rect l="l" t="t" r="r" b="b"/>
            <a:pathLst>
              <a:path w="8913495" h="10287000">
                <a:moveTo>
                  <a:pt x="0" y="10286997"/>
                </a:moveTo>
                <a:lnTo>
                  <a:pt x="8912987" y="10286997"/>
                </a:lnTo>
                <a:lnTo>
                  <a:pt x="8912987" y="0"/>
                </a:lnTo>
                <a:lnTo>
                  <a:pt x="0" y="0"/>
                </a:lnTo>
                <a:lnTo>
                  <a:pt x="0" y="10286997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34844" y="3916273"/>
            <a:ext cx="3148837" cy="53435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476096" y="2242692"/>
            <a:ext cx="594359" cy="2575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934820" y="2242692"/>
            <a:ext cx="594359" cy="2575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393544" y="2242692"/>
            <a:ext cx="158496" cy="25755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473173" y="2242692"/>
            <a:ext cx="594359" cy="25755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869413" y="2242692"/>
            <a:ext cx="178307" cy="2575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988286" y="2242692"/>
            <a:ext cx="594359" cy="25755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384526" y="2242692"/>
            <a:ext cx="176021" cy="25755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501873" y="2242692"/>
            <a:ext cx="792480" cy="2575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096234" y="2242692"/>
            <a:ext cx="158496" cy="25755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876785" y="2206117"/>
            <a:ext cx="1317370" cy="2865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373100" y="4178553"/>
            <a:ext cx="476250" cy="2575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754100" y="4178553"/>
            <a:ext cx="594359" cy="25755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212823" y="4178553"/>
            <a:ext cx="594359" cy="25755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671547" y="4178553"/>
            <a:ext cx="594359" cy="25755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130271" y="4178553"/>
            <a:ext cx="647395" cy="2575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928347" y="4141673"/>
            <a:ext cx="283464" cy="28681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117323" y="4141673"/>
            <a:ext cx="262127" cy="28681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248388" y="4141673"/>
            <a:ext cx="737870" cy="28681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707490" y="6037834"/>
            <a:ext cx="304038" cy="25755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910183" y="6037834"/>
            <a:ext cx="210311" cy="25755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050390" y="6037834"/>
            <a:ext cx="329184" cy="25755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214983" y="6037834"/>
            <a:ext cx="240792" cy="25755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335379" y="6037834"/>
            <a:ext cx="1036662" cy="25755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268320" y="6037834"/>
            <a:ext cx="594359" cy="2575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722354" y="5987541"/>
            <a:ext cx="1752346" cy="28651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370306" y="8001254"/>
            <a:ext cx="594359" cy="2575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829030" y="8001254"/>
            <a:ext cx="594817" cy="25755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4288135" y="8001254"/>
            <a:ext cx="1502409" cy="25755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2204445" y="7950961"/>
            <a:ext cx="661034" cy="28651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1618869" y="2091054"/>
            <a:ext cx="464693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spc="-10" dirty="0">
                <a:latin typeface="Noto Sans KR"/>
                <a:cs typeface="Noto Sans KR"/>
              </a:rPr>
              <a:t>주요 </a:t>
            </a:r>
            <a:r>
              <a:rPr sz="5200" spc="-5" dirty="0">
                <a:latin typeface="Noto Sans KR"/>
                <a:cs typeface="Noto Sans KR"/>
              </a:rPr>
              <a:t>시스템</a:t>
            </a:r>
            <a:r>
              <a:rPr sz="5200" spc="495" dirty="0">
                <a:latin typeface="Noto Sans KR"/>
                <a:cs typeface="Noto Sans KR"/>
              </a:rPr>
              <a:t> </a:t>
            </a:r>
            <a:r>
              <a:rPr sz="5200" spc="-10" dirty="0">
                <a:latin typeface="Noto Sans KR"/>
                <a:cs typeface="Noto Sans KR"/>
              </a:rPr>
              <a:t>구조</a:t>
            </a:r>
            <a:endParaRPr sz="5200">
              <a:latin typeface="Noto Sans KR"/>
              <a:cs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3079" y="2515819"/>
            <a:ext cx="3108960" cy="109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61688" y="2515819"/>
            <a:ext cx="3886581" cy="1094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83079" y="4419295"/>
            <a:ext cx="1817750" cy="321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61003" y="4419295"/>
            <a:ext cx="740663" cy="3218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30979" y="4419295"/>
            <a:ext cx="741121" cy="3218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38755" y="4800853"/>
            <a:ext cx="987552" cy="3215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54095" y="4800853"/>
            <a:ext cx="987552" cy="3215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70959" y="4800853"/>
            <a:ext cx="2484247" cy="3215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47129" y="4800853"/>
            <a:ext cx="740664" cy="32156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17106" y="4800853"/>
            <a:ext cx="198120" cy="3215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38755" y="5181853"/>
            <a:ext cx="493775" cy="3215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61844" y="5181853"/>
            <a:ext cx="740664" cy="32156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31820" y="5181853"/>
            <a:ext cx="1255623" cy="32156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73296" y="5181853"/>
            <a:ext cx="741121" cy="32156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38755" y="5562853"/>
            <a:ext cx="493775" cy="3215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61844" y="5562853"/>
            <a:ext cx="740664" cy="32156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1820" y="5562853"/>
            <a:ext cx="738835" cy="32156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47515" y="5562853"/>
            <a:ext cx="493775" cy="3215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70603" y="5562853"/>
            <a:ext cx="265175" cy="3215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47388" y="5562853"/>
            <a:ext cx="494385" cy="32156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70729" y="5562853"/>
            <a:ext cx="445770" cy="3215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67909" y="5562853"/>
            <a:ext cx="493775" cy="32156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14797" y="5562853"/>
            <a:ext cx="1289303" cy="32156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98979" y="4719878"/>
            <a:ext cx="119380" cy="1549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38755" y="5943853"/>
            <a:ext cx="740663" cy="32156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08732" y="5943853"/>
            <a:ext cx="1234440" cy="32156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870959" y="5943853"/>
            <a:ext cx="412496" cy="32156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80332" y="5943853"/>
            <a:ext cx="493775" cy="3215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500616" y="4419295"/>
            <a:ext cx="740664" cy="32186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070592" y="4419295"/>
            <a:ext cx="987551" cy="32186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956292" y="4800853"/>
            <a:ext cx="292607" cy="32156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102595" y="4800853"/>
            <a:ext cx="740664" cy="32156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672571" y="4800853"/>
            <a:ext cx="987551" cy="32156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487911" y="4800853"/>
            <a:ext cx="987551" cy="32156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304776" y="4800853"/>
            <a:ext cx="741121" cy="321563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956292" y="5181853"/>
            <a:ext cx="198120" cy="32156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055352" y="5181853"/>
            <a:ext cx="198120" cy="3215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154411" y="5181853"/>
            <a:ext cx="219455" cy="32156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300716" y="5181853"/>
            <a:ext cx="313944" cy="32156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457688" y="5181853"/>
            <a:ext cx="508406" cy="32156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881359" y="5181853"/>
            <a:ext cx="372618" cy="32156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129771" y="5181853"/>
            <a:ext cx="217170" cy="32156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274552" y="5181853"/>
            <a:ext cx="384048" cy="32156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1530583" y="5181853"/>
            <a:ext cx="198120" cy="32156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716516" y="4719878"/>
            <a:ext cx="119380" cy="1168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956292" y="5562853"/>
            <a:ext cx="740664" cy="32156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0526268" y="5562853"/>
            <a:ext cx="1234440" cy="32156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1588495" y="5562853"/>
            <a:ext cx="198120" cy="32156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1687556" y="5562853"/>
            <a:ext cx="987551" cy="3215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2503150" y="5562853"/>
            <a:ext cx="386333" cy="321563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83079" y="7312406"/>
            <a:ext cx="987552" cy="321563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598420" y="7312406"/>
            <a:ext cx="1234440" cy="321563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38755" y="7693406"/>
            <a:ext cx="740663" cy="321563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08732" y="7693406"/>
            <a:ext cx="240030" cy="32156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968751" y="7693406"/>
            <a:ext cx="740663" cy="321563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38728" y="7693406"/>
            <a:ext cx="740663" cy="321563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108703" y="7693406"/>
            <a:ext cx="1164742" cy="321563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101082" y="7693406"/>
            <a:ext cx="198120" cy="32156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238755" y="8074406"/>
            <a:ext cx="1741296" cy="321563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930396" y="8074406"/>
            <a:ext cx="1054760" cy="321563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67909" y="8074406"/>
            <a:ext cx="987551" cy="321563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683250" y="8074406"/>
            <a:ext cx="740663" cy="321563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253226" y="8074406"/>
            <a:ext cx="265175" cy="3215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30009" y="8074406"/>
            <a:ext cx="987552" cy="321563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245350" y="8074406"/>
            <a:ext cx="987551" cy="321563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062214" y="8074406"/>
            <a:ext cx="198120" cy="32156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1998979" y="7612430"/>
            <a:ext cx="119380" cy="1168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238755" y="8455406"/>
            <a:ext cx="987552" cy="321563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054095" y="8455406"/>
            <a:ext cx="1234440" cy="321563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116323" y="8455406"/>
            <a:ext cx="741121" cy="321563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686553" y="8455406"/>
            <a:ext cx="740663" cy="321563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256529" y="8455406"/>
            <a:ext cx="740663" cy="321563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500616" y="7312406"/>
            <a:ext cx="987551" cy="321563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0315956" y="7312406"/>
            <a:ext cx="987551" cy="321563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1132819" y="7312406"/>
            <a:ext cx="740664" cy="321563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9956292" y="7693406"/>
            <a:ext cx="740664" cy="321563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0526268" y="7693406"/>
            <a:ext cx="240029" cy="32156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0686288" y="7693406"/>
            <a:ext cx="740664" cy="321563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1256264" y="7693406"/>
            <a:ext cx="740664" cy="32156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1826240" y="7693406"/>
            <a:ext cx="198120" cy="3215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925300" y="7693406"/>
            <a:ext cx="493775" cy="321563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2248388" y="7693406"/>
            <a:ext cx="987958" cy="321563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3065506" y="7693406"/>
            <a:ext cx="262890" cy="321563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3240765" y="7693406"/>
            <a:ext cx="740663" cy="321563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3810741" y="7693406"/>
            <a:ext cx="298703" cy="321563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3960093" y="7693406"/>
            <a:ext cx="493776" cy="321563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4283182" y="7693406"/>
            <a:ext cx="740663" cy="321563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4853158" y="7693406"/>
            <a:ext cx="198119" cy="32156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9956292" y="8074406"/>
            <a:ext cx="740664" cy="321563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0526268" y="8074406"/>
            <a:ext cx="740664" cy="321563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1096243" y="8074406"/>
            <a:ext cx="240029" cy="32156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1256264" y="8074406"/>
            <a:ext cx="987551" cy="321563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2073128" y="8074406"/>
            <a:ext cx="741121" cy="321563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2643357" y="8074406"/>
            <a:ext cx="493776" cy="321563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2966445" y="8074406"/>
            <a:ext cx="740663" cy="32156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3536421" y="8074406"/>
            <a:ext cx="987551" cy="321563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9716516" y="7612430"/>
            <a:ext cx="119380" cy="11684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9956292" y="8455406"/>
            <a:ext cx="987551" cy="321563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0771631" y="8455406"/>
            <a:ext cx="740664" cy="321563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1341607" y="8455406"/>
            <a:ext cx="242316" cy="321563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1503152" y="8455406"/>
            <a:ext cx="987551" cy="321563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2318492" y="8455406"/>
            <a:ext cx="741121" cy="321563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2888721" y="8455406"/>
            <a:ext cx="493775" cy="321563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3211810" y="8455406"/>
            <a:ext cx="740663" cy="32156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3781786" y="8455406"/>
            <a:ext cx="987551" cy="321563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6620" y="4190238"/>
            <a:ext cx="3752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90" dirty="0">
                <a:solidFill>
                  <a:srgbClr val="333333"/>
                </a:solidFill>
                <a:latin typeface="Segoe UI Emoji"/>
                <a:cs typeface="Segoe UI Emoji"/>
              </a:rPr>
              <a:t>1️⃣</a:t>
            </a:r>
            <a:endParaRPr sz="2000">
              <a:latin typeface="Segoe UI Emoji"/>
              <a:cs typeface="Segoe UI Emoj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28316" y="4210558"/>
            <a:ext cx="704088" cy="306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67811" y="4210558"/>
            <a:ext cx="704088" cy="306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07561" y="4210558"/>
            <a:ext cx="704088" cy="306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51532" y="4609846"/>
            <a:ext cx="189737" cy="2438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4704" y="4609846"/>
            <a:ext cx="557783" cy="2438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17520" y="4609846"/>
            <a:ext cx="278892" cy="2438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3448" y="4609846"/>
            <a:ext cx="225551" cy="2438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16223" y="4609846"/>
            <a:ext cx="372465" cy="2438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61841" y="4609846"/>
            <a:ext cx="370332" cy="243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08729" y="4609846"/>
            <a:ext cx="557784" cy="2438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41546" y="4609846"/>
            <a:ext cx="743712" cy="24383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61814" y="4609846"/>
            <a:ext cx="929639" cy="24383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71058" y="4609846"/>
            <a:ext cx="557784" cy="2438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51532" y="4940249"/>
            <a:ext cx="790956" cy="24414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17520" y="4940249"/>
            <a:ext cx="557783" cy="24414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50335" y="4940249"/>
            <a:ext cx="309067" cy="24414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56329" y="4940249"/>
            <a:ext cx="743712" cy="24414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76597" y="4940249"/>
            <a:ext cx="743712" cy="24414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34382" y="4940249"/>
            <a:ext cx="124967" cy="24414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69692" y="5271515"/>
            <a:ext cx="743711" cy="24383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89959" y="5271515"/>
            <a:ext cx="558241" cy="24383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24553" y="5271515"/>
            <a:ext cx="368046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69917" y="5271515"/>
            <a:ext cx="557784" cy="243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41773" y="5271515"/>
            <a:ext cx="179832" cy="24383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31690" y="5271515"/>
            <a:ext cx="743712" cy="24383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56529" y="5271515"/>
            <a:ext cx="557784" cy="24383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626867" y="5166766"/>
            <a:ext cx="122555" cy="6838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600" spc="-5" dirty="0">
                <a:solidFill>
                  <a:srgbClr val="333333"/>
                </a:solidFill>
                <a:latin typeface="Segoe UI Symbol"/>
                <a:cs typeface="Segoe UI Symbol"/>
              </a:rPr>
              <a:t>⚬</a:t>
            </a:r>
            <a:endParaRPr sz="16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spc="-5" dirty="0">
                <a:solidFill>
                  <a:srgbClr val="333333"/>
                </a:solidFill>
                <a:latin typeface="Segoe UI Symbol"/>
                <a:cs typeface="Segoe UI Symbol"/>
              </a:rPr>
              <a:t>⚬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869692" y="5600700"/>
            <a:ext cx="743711" cy="24383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489959" y="5600700"/>
            <a:ext cx="558241" cy="24383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24553" y="5600700"/>
            <a:ext cx="368046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69917" y="5600700"/>
            <a:ext cx="929639" cy="24383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77638" y="5600700"/>
            <a:ext cx="557784" cy="24383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11978" y="5600700"/>
            <a:ext cx="306324" cy="24383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16194" y="5600700"/>
            <a:ext cx="557784" cy="24383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51532" y="5931408"/>
            <a:ext cx="246887" cy="24383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525267" y="5931408"/>
            <a:ext cx="1115568" cy="24383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20440" y="5931408"/>
            <a:ext cx="744118" cy="24383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140961" y="5931408"/>
            <a:ext cx="370332" cy="2438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387850" y="5931408"/>
            <a:ext cx="1301496" cy="24383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570473" y="5931408"/>
            <a:ext cx="557784" cy="2438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51532" y="6262115"/>
            <a:ext cx="605028" cy="24383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830067" y="6262115"/>
            <a:ext cx="557783" cy="24383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262884" y="6262115"/>
            <a:ext cx="558241" cy="24383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697478" y="6262115"/>
            <a:ext cx="368046" cy="24383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942841" y="6262115"/>
            <a:ext cx="557784" cy="24383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377182" y="6262115"/>
            <a:ext cx="557784" cy="2438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645906" y="4210558"/>
            <a:ext cx="704088" cy="30632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185402" y="4210558"/>
            <a:ext cx="704088" cy="30632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654793" y="4210558"/>
            <a:ext cx="155448" cy="30632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42857" y="4609846"/>
            <a:ext cx="1340993" cy="24383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880727" y="4609846"/>
            <a:ext cx="225551" cy="243839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993503" y="4609846"/>
            <a:ext cx="1319402" cy="24383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1224894" y="4609846"/>
            <a:ext cx="929640" cy="24383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2032615" y="4609846"/>
            <a:ext cx="557783" cy="24383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642857" y="4940249"/>
            <a:ext cx="557783" cy="244144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075673" y="4940249"/>
            <a:ext cx="557783" cy="24414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510014" y="4940249"/>
            <a:ext cx="558241" cy="24414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943210" y="4940249"/>
            <a:ext cx="557783" cy="244144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642857" y="5271515"/>
            <a:ext cx="557783" cy="243839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9075673" y="5271515"/>
            <a:ext cx="557783" cy="243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510014" y="5271515"/>
            <a:ext cx="558241" cy="243839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943210" y="5271515"/>
            <a:ext cx="557783" cy="243839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8284209" y="4070447"/>
            <a:ext cx="375285" cy="1780539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2000" spc="-290" dirty="0">
                <a:solidFill>
                  <a:srgbClr val="333333"/>
                </a:solidFill>
                <a:latin typeface="Segoe UI Emoji"/>
                <a:cs typeface="Segoe UI Emoji"/>
              </a:rPr>
              <a:t>2️⃣</a:t>
            </a:r>
            <a:endParaRPr sz="2000">
              <a:latin typeface="Segoe UI Emoji"/>
              <a:cs typeface="Segoe UI Emoji"/>
            </a:endParaRPr>
          </a:p>
          <a:p>
            <a:pPr marL="65405" algn="ctr">
              <a:lnSpc>
                <a:spcPct val="100000"/>
              </a:lnSpc>
              <a:spcBef>
                <a:spcPts val="750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66040" algn="ctr">
              <a:lnSpc>
                <a:spcPct val="100000"/>
              </a:lnSpc>
              <a:spcBef>
                <a:spcPts val="68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68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670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8642857" y="5600700"/>
            <a:ext cx="557783" cy="243839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075673" y="5600700"/>
            <a:ext cx="743712" cy="243839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697466" y="5600700"/>
            <a:ext cx="558241" cy="24383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761998" y="1708150"/>
            <a:ext cx="1371600" cy="1094231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676398" y="1708150"/>
            <a:ext cx="1134313" cy="1094231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432683" y="1708150"/>
            <a:ext cx="857250" cy="1094231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04183" y="1708150"/>
            <a:ext cx="2331719" cy="1094231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804027" y="1708150"/>
            <a:ext cx="2332228" cy="1094231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604125" y="1708150"/>
            <a:ext cx="3886580" cy="1094231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528316" y="7288352"/>
            <a:ext cx="938783" cy="306628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300984" y="7288352"/>
            <a:ext cx="704545" cy="306628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770629" y="7288352"/>
            <a:ext cx="155448" cy="306628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525267" y="7688326"/>
            <a:ext cx="557783" cy="243839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958083" y="7688326"/>
            <a:ext cx="557783" cy="243839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392423" y="7688326"/>
            <a:ext cx="181051" cy="243839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512820" y="7688326"/>
            <a:ext cx="210312" cy="243839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618229" y="7688326"/>
            <a:ext cx="335279" cy="243839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525267" y="8019033"/>
            <a:ext cx="929640" cy="243839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332988" y="8019033"/>
            <a:ext cx="558241" cy="2438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767582" y="8019033"/>
            <a:ext cx="180594" cy="243839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887978" y="8019033"/>
            <a:ext cx="290322" cy="243839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081526" y="8019033"/>
            <a:ext cx="335279" cy="243839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525267" y="8349742"/>
            <a:ext cx="371856" cy="243839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770632" y="8349742"/>
            <a:ext cx="371856" cy="243839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017520" y="8349742"/>
            <a:ext cx="336042" cy="243839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241548" y="8349742"/>
            <a:ext cx="340613" cy="243839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468623" y="8349742"/>
            <a:ext cx="744118" cy="243839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089146" y="8349742"/>
            <a:ext cx="557784" cy="243839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2166620" y="7147695"/>
            <a:ext cx="375285" cy="178117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sz="2000" spc="-290" dirty="0">
                <a:solidFill>
                  <a:srgbClr val="333333"/>
                </a:solidFill>
                <a:latin typeface="Segoe UI Emoji"/>
                <a:cs typeface="Segoe UI Emoji"/>
              </a:rPr>
              <a:t>3️⃣</a:t>
            </a:r>
            <a:endParaRPr sz="2000">
              <a:latin typeface="Segoe UI Emoji"/>
              <a:cs typeface="Segoe UI Emoji"/>
            </a:endParaRPr>
          </a:p>
          <a:p>
            <a:pPr marL="65405" algn="ctr">
              <a:lnSpc>
                <a:spcPct val="100000"/>
              </a:lnSpc>
              <a:spcBef>
                <a:spcPts val="75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680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68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67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2525267" y="8678926"/>
            <a:ext cx="285750" cy="243840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715767" y="8678926"/>
            <a:ext cx="149351" cy="243840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790444" y="8678926"/>
            <a:ext cx="371856" cy="243840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035807" y="8678926"/>
            <a:ext cx="557783" cy="243840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470147" y="8678926"/>
            <a:ext cx="744118" cy="243840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090670" y="8678926"/>
            <a:ext cx="557784" cy="243840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645906" y="7288352"/>
            <a:ext cx="704088" cy="306628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642857" y="7688326"/>
            <a:ext cx="743711" cy="243839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9263126" y="7688326"/>
            <a:ext cx="557783" cy="243839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9697466" y="7688326"/>
            <a:ext cx="744118" cy="243839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0318115" y="7688326"/>
            <a:ext cx="743711" cy="243839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642857" y="8019033"/>
            <a:ext cx="557783" cy="243839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9075673" y="8019033"/>
            <a:ext cx="743712" cy="243839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9697466" y="8019033"/>
            <a:ext cx="558241" cy="243839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8284209" y="7147695"/>
            <a:ext cx="375285" cy="145224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sz="2000" spc="-290" dirty="0">
                <a:solidFill>
                  <a:srgbClr val="333333"/>
                </a:solidFill>
                <a:latin typeface="Segoe UI Emoji"/>
                <a:cs typeface="Segoe UI Emoji"/>
              </a:rPr>
              <a:t>4️⃣</a:t>
            </a:r>
            <a:endParaRPr sz="2000">
              <a:latin typeface="Segoe UI Emoji"/>
              <a:cs typeface="Segoe UI Emoji"/>
            </a:endParaRPr>
          </a:p>
          <a:p>
            <a:pPr marL="65405" algn="ctr">
              <a:lnSpc>
                <a:spcPct val="100000"/>
              </a:lnSpc>
              <a:spcBef>
                <a:spcPts val="75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680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  <a:p>
            <a:pPr marL="65405" algn="ctr">
              <a:lnSpc>
                <a:spcPct val="100000"/>
              </a:lnSpc>
              <a:spcBef>
                <a:spcPts val="685"/>
              </a:spcBef>
            </a:pPr>
            <a:r>
              <a:rPr sz="16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8642857" y="8349742"/>
            <a:ext cx="285750" cy="243839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833357" y="8349742"/>
            <a:ext cx="149351" cy="243839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908033" y="8349742"/>
            <a:ext cx="371855" cy="243839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9153397" y="8349742"/>
            <a:ext cx="557783" cy="243839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9587738" y="8349742"/>
            <a:ext cx="930021" cy="243839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0395839" y="8349742"/>
            <a:ext cx="557783" cy="243839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3333" y="2333574"/>
            <a:ext cx="1389888" cy="109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78277" y="2333574"/>
            <a:ext cx="1039977" cy="1094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8342" y="2333574"/>
            <a:ext cx="4504562" cy="10945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52436" y="2333574"/>
            <a:ext cx="2331720" cy="10945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83333" y="5172202"/>
            <a:ext cx="1060704" cy="381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31033" y="5705602"/>
            <a:ext cx="873709" cy="381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8070" y="5705602"/>
            <a:ext cx="840994" cy="381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31033" y="6239002"/>
            <a:ext cx="873709" cy="3810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08070" y="6239002"/>
            <a:ext cx="873252" cy="381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90239" y="6239002"/>
            <a:ext cx="285750" cy="3810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80739" y="6239002"/>
            <a:ext cx="418338" cy="3810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59630" y="6239002"/>
            <a:ext cx="441198" cy="3810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53763" y="6239002"/>
            <a:ext cx="350520" cy="3810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31033" y="6772656"/>
            <a:ext cx="1164742" cy="3810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99154" y="6772656"/>
            <a:ext cx="873251" cy="3810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75810" y="6772656"/>
            <a:ext cx="873251" cy="3810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52466" y="6772656"/>
            <a:ext cx="808329" cy="3810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31033" y="7306056"/>
            <a:ext cx="1746885" cy="3810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84371" y="7306056"/>
            <a:ext cx="873251" cy="3810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61027" y="7306056"/>
            <a:ext cx="806500" cy="3810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095245" y="5529224"/>
            <a:ext cx="136525" cy="2693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31033" y="7839456"/>
            <a:ext cx="582168" cy="3810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15463" y="7839456"/>
            <a:ext cx="873251" cy="3810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92119" y="7839456"/>
            <a:ext cx="873251" cy="3810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68775" y="7839456"/>
            <a:ext cx="808329" cy="3810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01053" y="5172202"/>
            <a:ext cx="873251" cy="3810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77709" y="5172202"/>
            <a:ext cx="1455420" cy="38100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48754" y="5705602"/>
            <a:ext cx="1455420" cy="3810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309102" y="5705602"/>
            <a:ext cx="1339342" cy="38100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499727" y="5705602"/>
            <a:ext cx="582168" cy="38100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048754" y="6239002"/>
            <a:ext cx="1164336" cy="38100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16493" y="6239002"/>
            <a:ext cx="689457" cy="38100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048754" y="6772656"/>
            <a:ext cx="1164336" cy="3810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016493" y="6772656"/>
            <a:ext cx="951229" cy="38100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48754" y="7306056"/>
            <a:ext cx="2066163" cy="38100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985757" y="7306056"/>
            <a:ext cx="873709" cy="38100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568306" y="7306056"/>
            <a:ext cx="1517142" cy="38100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947527" y="7306056"/>
            <a:ext cx="873251" cy="38100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529694" y="7306056"/>
            <a:ext cx="234696" cy="38100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712966" y="5529224"/>
            <a:ext cx="136525" cy="2693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048754" y="7839456"/>
            <a:ext cx="2333625" cy="38100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237466" y="5238877"/>
            <a:ext cx="873709" cy="38100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914376" y="5238877"/>
            <a:ext cx="873252" cy="38100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885419" y="5772277"/>
            <a:ext cx="873252" cy="3810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562076" y="5772277"/>
            <a:ext cx="873251" cy="38100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4237208" y="5772277"/>
            <a:ext cx="512063" cy="38100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4621256" y="5772277"/>
            <a:ext cx="560069" cy="38100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885419" y="6305677"/>
            <a:ext cx="1164335" cy="38100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3853160" y="6305677"/>
            <a:ext cx="873251" cy="381000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4529815" y="6305677"/>
            <a:ext cx="512063" cy="38100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4913863" y="6305677"/>
            <a:ext cx="560069" cy="38100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2885419" y="6839077"/>
            <a:ext cx="1746504" cy="3810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4438376" y="6839077"/>
            <a:ext cx="512063" cy="38100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4822423" y="6839077"/>
            <a:ext cx="652271" cy="381000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2885419" y="7372857"/>
            <a:ext cx="582168" cy="38100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3269467" y="7372857"/>
            <a:ext cx="873251" cy="381000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3946123" y="7372857"/>
            <a:ext cx="512063" cy="38100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4330171" y="7372857"/>
            <a:ext cx="652271" cy="381000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2885419" y="7906257"/>
            <a:ext cx="873252" cy="381000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3562076" y="7906257"/>
            <a:ext cx="594359" cy="381000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4037563" y="7906257"/>
            <a:ext cx="729488" cy="38100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2549631" y="5595899"/>
            <a:ext cx="136525" cy="3226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500" spc="-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5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2885419" y="8439657"/>
            <a:ext cx="873252" cy="380999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3562076" y="8439657"/>
            <a:ext cx="283463" cy="38099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3751052" y="8439657"/>
            <a:ext cx="353567" cy="38099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4020800" y="8439657"/>
            <a:ext cx="652271" cy="380999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3333" y="2333574"/>
            <a:ext cx="2332227" cy="109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83559" y="2333574"/>
            <a:ext cx="3886581" cy="1094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3185" y="5551678"/>
            <a:ext cx="2030349" cy="457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50461" y="5551678"/>
            <a:ext cx="1051560" cy="457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70885" y="6085078"/>
            <a:ext cx="1273048" cy="457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62070" y="6085078"/>
            <a:ext cx="2454021" cy="457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78346" y="6085078"/>
            <a:ext cx="1051559" cy="457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90639" y="6085078"/>
            <a:ext cx="1051559" cy="457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70885" y="6618173"/>
            <a:ext cx="1051560" cy="4575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83178" y="6618173"/>
            <a:ext cx="1051560" cy="4575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96994" y="6618173"/>
            <a:ext cx="1402461" cy="4575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60186" y="6618173"/>
            <a:ext cx="1402080" cy="4575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24522" y="6618173"/>
            <a:ext cx="1051559" cy="4575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70885" y="7152131"/>
            <a:ext cx="582167" cy="457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61970" y="7152131"/>
            <a:ext cx="701040" cy="4572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25265" y="7152131"/>
            <a:ext cx="448056" cy="4572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49294" y="7152131"/>
            <a:ext cx="701039" cy="4572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11065" y="7152131"/>
            <a:ext cx="1752981" cy="4572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26303" y="7152131"/>
            <a:ext cx="1051559" cy="4572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38594" y="7152131"/>
            <a:ext cx="280416" cy="4572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78803" y="7152131"/>
            <a:ext cx="1051559" cy="4572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92618" y="7152131"/>
            <a:ext cx="1051559" cy="4572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93658" y="7152131"/>
            <a:ext cx="280416" cy="4572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435098" y="5982827"/>
            <a:ext cx="159385" cy="21590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0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0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770885" y="7685531"/>
            <a:ext cx="1051560" cy="4572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83178" y="7685531"/>
            <a:ext cx="1402079" cy="4572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747514" y="7685531"/>
            <a:ext cx="280415" cy="4572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87721" y="7685531"/>
            <a:ext cx="1095819" cy="45720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800978" y="7685531"/>
            <a:ext cx="1051559" cy="4572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02019" y="7685531"/>
            <a:ext cx="280416" cy="4572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823957" y="5551678"/>
            <a:ext cx="1402461" cy="45720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988675" y="5551678"/>
            <a:ext cx="1051559" cy="45720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471657" y="6085078"/>
            <a:ext cx="1325626" cy="45720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650091" y="6085078"/>
            <a:ext cx="1402079" cy="45720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812903" y="6085078"/>
            <a:ext cx="280416" cy="4572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953110" y="6085078"/>
            <a:ext cx="1051560" cy="4572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768451" y="6085078"/>
            <a:ext cx="1051559" cy="45720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469490" y="6085078"/>
            <a:ext cx="281025" cy="4572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471657" y="6618173"/>
            <a:ext cx="1583563" cy="45750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896979" y="6618173"/>
            <a:ext cx="1051559" cy="45750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2710794" y="6618173"/>
            <a:ext cx="280416" cy="4575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851003" y="6618173"/>
            <a:ext cx="448056" cy="4575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075031" y="6618173"/>
            <a:ext cx="484632" cy="4575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317346" y="6618173"/>
            <a:ext cx="423671" cy="457504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529183" y="6618173"/>
            <a:ext cx="280415" cy="45750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0135869" y="5982827"/>
            <a:ext cx="159385" cy="16256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0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000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471657" y="7152131"/>
            <a:ext cx="1839341" cy="45720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143867" y="7152131"/>
            <a:ext cx="1051559" cy="45720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123185" y="3626865"/>
            <a:ext cx="1051560" cy="45720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35477" y="3626865"/>
            <a:ext cx="1402079" cy="45720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099814" y="3626865"/>
            <a:ext cx="692658" cy="45720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561585" y="3626865"/>
            <a:ext cx="1051560" cy="45720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373878" y="3626865"/>
            <a:ext cx="1052017" cy="45720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88075" y="3626865"/>
            <a:ext cx="692657" cy="45720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649846" y="3626865"/>
            <a:ext cx="1051559" cy="45720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462139" y="3626865"/>
            <a:ext cx="1051559" cy="457200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274431" y="3626865"/>
            <a:ext cx="521207" cy="457200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621903" y="3626865"/>
            <a:ext cx="426720" cy="45720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835263" y="3626865"/>
            <a:ext cx="1665097" cy="457200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0315320" y="3626865"/>
            <a:ext cx="692657" cy="45720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0777093" y="3626865"/>
            <a:ext cx="1051559" cy="45720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1589384" y="3626865"/>
            <a:ext cx="1051559" cy="45720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2403201" y="3626865"/>
            <a:ext cx="692658" cy="45720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2864972" y="3626865"/>
            <a:ext cx="582777" cy="457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3156437" y="3626865"/>
            <a:ext cx="701040" cy="4572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3619734" y="3626865"/>
            <a:ext cx="1752600" cy="457200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74417" y="758316"/>
            <a:ext cx="13139166" cy="87703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03985" y="1028687"/>
            <a:ext cx="15879953" cy="8217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12986" y="0"/>
            <a:ext cx="9375140" cy="10287000"/>
          </a:xfrm>
          <a:custGeom>
            <a:avLst/>
            <a:gdLst/>
            <a:ahLst/>
            <a:cxnLst/>
            <a:rect l="l" t="t" r="r" b="b"/>
            <a:pathLst>
              <a:path w="9375140" h="10287000">
                <a:moveTo>
                  <a:pt x="0" y="10287000"/>
                </a:moveTo>
                <a:lnTo>
                  <a:pt x="9375013" y="10287000"/>
                </a:lnTo>
                <a:lnTo>
                  <a:pt x="9375013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FAFF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6371" y="743076"/>
            <a:ext cx="3328797" cy="38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49165" y="756793"/>
            <a:ext cx="582167" cy="38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49165" y="1200277"/>
            <a:ext cx="582167" cy="381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8913495" cy="10287000"/>
          </a:xfrm>
          <a:custGeom>
            <a:avLst/>
            <a:gdLst/>
            <a:ahLst/>
            <a:cxnLst/>
            <a:rect l="l" t="t" r="r" b="b"/>
            <a:pathLst>
              <a:path w="8913495" h="10287000">
                <a:moveTo>
                  <a:pt x="0" y="10286997"/>
                </a:moveTo>
                <a:lnTo>
                  <a:pt x="8912987" y="10286997"/>
                </a:lnTo>
                <a:lnTo>
                  <a:pt x="8912987" y="0"/>
                </a:lnTo>
                <a:lnTo>
                  <a:pt x="0" y="0"/>
                </a:lnTo>
                <a:lnTo>
                  <a:pt x="0" y="10286997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2828" y="4583303"/>
            <a:ext cx="1927860" cy="9113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25066" y="4583303"/>
            <a:ext cx="865632" cy="9113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57882" y="4583303"/>
            <a:ext cx="3752723" cy="9113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35446" y="4583303"/>
            <a:ext cx="1943607" cy="9113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33793" y="4583303"/>
            <a:ext cx="1943100" cy="9113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855193" y="2090927"/>
            <a:ext cx="845819" cy="3840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505941" y="2090927"/>
            <a:ext cx="845819" cy="3840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156689" y="2090927"/>
            <a:ext cx="846277" cy="3840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414506" y="3093085"/>
            <a:ext cx="490727" cy="38404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659869" y="3093085"/>
            <a:ext cx="356616" cy="3840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838178" y="3093085"/>
            <a:ext cx="881481" cy="38404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572745" y="3093085"/>
            <a:ext cx="845819" cy="38404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221969" y="3093085"/>
            <a:ext cx="356615" cy="38404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400278" y="3093085"/>
            <a:ext cx="845819" cy="38404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051026" y="3093085"/>
            <a:ext cx="1128166" cy="38404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985491" y="3093085"/>
            <a:ext cx="490728" cy="38404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230856" y="3093085"/>
            <a:ext cx="563880" cy="38404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598139" y="3093085"/>
            <a:ext cx="845819" cy="38404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540742" y="4095622"/>
            <a:ext cx="374903" cy="38404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728193" y="4095622"/>
            <a:ext cx="356615" cy="3840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906502" y="4095622"/>
            <a:ext cx="1267967" cy="38404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015973" y="4095622"/>
            <a:ext cx="845819" cy="38404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666721" y="4095622"/>
            <a:ext cx="846277" cy="38404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525502" y="4502530"/>
            <a:ext cx="409194" cy="38404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798297" y="4502530"/>
            <a:ext cx="845819" cy="38404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3449045" y="4502530"/>
            <a:ext cx="276605" cy="38404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3633450" y="4502530"/>
            <a:ext cx="845819" cy="38404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284197" y="4502530"/>
            <a:ext cx="845819" cy="38404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4935200" y="4502530"/>
            <a:ext cx="237744" cy="38404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054071" y="4502530"/>
            <a:ext cx="845819" cy="38404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617952" y="4502530"/>
            <a:ext cx="237744" cy="38404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1811761" y="4448378"/>
            <a:ext cx="582295" cy="83629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85"/>
              </a:spcBef>
            </a:pPr>
            <a:r>
              <a:rPr sz="225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250" spc="5" dirty="0">
                <a:solidFill>
                  <a:srgbClr val="333333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2069826" y="4907915"/>
            <a:ext cx="243840" cy="38404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2191745" y="4907915"/>
            <a:ext cx="356616" cy="3840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2370054" y="4907915"/>
            <a:ext cx="409194" cy="38404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2642850" y="4907915"/>
            <a:ext cx="845819" cy="38404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3293597" y="4907915"/>
            <a:ext cx="276605" cy="38404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478002" y="4907915"/>
            <a:ext cx="845819" cy="38404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4128750" y="4907915"/>
            <a:ext cx="490728" cy="38404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4374113" y="4907915"/>
            <a:ext cx="563880" cy="38404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4741397" y="4907915"/>
            <a:ext cx="846277" cy="38404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5392400" y="4907915"/>
            <a:ext cx="237744" cy="38404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5511271" y="4907915"/>
            <a:ext cx="845819" cy="38404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6075152" y="4907915"/>
            <a:ext cx="237744" cy="38404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3180821" y="5919851"/>
            <a:ext cx="845819" cy="38404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831569" y="5919851"/>
            <a:ext cx="845819" cy="38404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2063094" y="6923531"/>
            <a:ext cx="845820" cy="38404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713843" y="6923531"/>
            <a:ext cx="845820" cy="38404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3364590" y="6923531"/>
            <a:ext cx="425196" cy="38404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3648055" y="6923531"/>
            <a:ext cx="845819" cy="384047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4298803" y="6923531"/>
            <a:ext cx="845819" cy="3840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4949805" y="6923531"/>
            <a:ext cx="845819" cy="384047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2918693" y="7952867"/>
            <a:ext cx="490728" cy="38404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3164058" y="7952867"/>
            <a:ext cx="563880" cy="38404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3531341" y="7952867"/>
            <a:ext cx="1410080" cy="384048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3434" y="4359402"/>
            <a:ext cx="637286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0" spc="-5" dirty="0"/>
              <a:t>감사합니다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</Words>
  <Application>Microsoft Office PowerPoint</Application>
  <PresentationFormat>사용자 지정</PresentationFormat>
  <Paragraphs>96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Noto Sans KR</vt:lpstr>
      <vt:lpstr>맑은 고딕</vt:lpstr>
      <vt:lpstr>Arial</vt:lpstr>
      <vt:lpstr>Calibri</vt:lpstr>
      <vt:lpstr>Segoe UI Emoji</vt:lpstr>
      <vt:lpstr>Segoe UI Symbol</vt:lpstr>
      <vt:lpstr>Office Theme</vt:lpstr>
      <vt:lpstr>PowerPoint 프레젠테이션</vt:lpstr>
      <vt:lpstr>PowerPoint 프레젠테이션</vt:lpstr>
      <vt:lpstr>PowerPoint 프레젠테이션</vt:lpstr>
      <vt:lpstr>게임 규칙</vt:lpstr>
      <vt:lpstr>난이도 설정</vt:lpstr>
      <vt:lpstr>주요 시스템 구조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Games</dc:title>
  <cp:lastModifiedBy>hyunsu jung</cp:lastModifiedBy>
  <cp:revision>1</cp:revision>
  <dcterms:created xsi:type="dcterms:W3CDTF">2025-12-18T04:13:49Z</dcterms:created>
  <dcterms:modified xsi:type="dcterms:W3CDTF">2025-12-18T04:14:27Z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2025-12-18T00:00:00Z</vt:filetime>
  </property>
</Properties>
</file>